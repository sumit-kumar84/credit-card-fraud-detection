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62" r:id="rId5"/>
    <p:sldId id="258" r:id="rId6"/>
    <p:sldId id="259" r:id="rId7"/>
    <p:sldId id="260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E4D510-7EA5-4EB1-B6EA-CA38950B701E}" v="17" dt="2025-10-13T07:49:51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Kumar" userId="340775d8aea3b5ac" providerId="LiveId" clId="{0342D80B-3AC4-499E-9B48-A868FCE0C04E}"/>
    <pc:docChg chg="undo custSel addSld delSld modSld sldOrd">
      <pc:chgData name="Sumit Kumar" userId="340775d8aea3b5ac" providerId="LiveId" clId="{0342D80B-3AC4-499E-9B48-A868FCE0C04E}" dt="2025-10-13T07:50:04.945" v="191"/>
      <pc:docMkLst>
        <pc:docMk/>
      </pc:docMkLst>
      <pc:sldChg chg="addSp modSp mod setBg">
        <pc:chgData name="Sumit Kumar" userId="340775d8aea3b5ac" providerId="LiveId" clId="{0342D80B-3AC4-499E-9B48-A868FCE0C04E}" dt="2025-10-13T07:43:41.706" v="138" actId="26606"/>
        <pc:sldMkLst>
          <pc:docMk/>
          <pc:sldMk cId="0" sldId="256"/>
        </pc:sldMkLst>
        <pc:spChg chg="mo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8" creationId="{577D6B2E-37A3-429E-A37C-F30ED6487282}"/>
          </ac:spMkLst>
        </pc:spChg>
        <pc:spChg chg="ad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10" creationId="{5CEAD642-85CF-4750-8432-7C80C901F001}"/>
          </ac:spMkLst>
        </pc:spChg>
        <pc:spChg chg="ad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12" creationId="{FA33EEAE-15D5-4119-8C1E-89D943F911EF}"/>
          </ac:spMkLst>
        </pc:spChg>
        <pc:spChg chg="ad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14" creationId="{730D8B3B-9B80-4025-B934-26DC7D7CD231}"/>
          </ac:spMkLst>
        </pc:spChg>
        <pc:spChg chg="ad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16" creationId="{1064D5D5-227B-4F66-9AEA-46F570E793BD}"/>
          </ac:spMkLst>
        </pc:spChg>
        <pc:spChg chg="ad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18" creationId="{646B67A4-D328-4747-A82B-65E84FA46368}"/>
          </ac:spMkLst>
        </pc:spChg>
        <pc:spChg chg="ad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20" creationId="{B5A1B09C-1565-46F8-B70F-621C5EB48A09}"/>
          </ac:spMkLst>
        </pc:spChg>
        <pc:spChg chg="add">
          <ac:chgData name="Sumit Kumar" userId="340775d8aea3b5ac" providerId="LiveId" clId="{0342D80B-3AC4-499E-9B48-A868FCE0C04E}" dt="2025-10-13T07:43:41.706" v="138" actId="26606"/>
          <ac:spMkLst>
            <pc:docMk/>
            <pc:sldMk cId="0" sldId="256"/>
            <ac:spMk id="22" creationId="{8C516CC8-80AC-446C-A56E-9F54B7210402}"/>
          </ac:spMkLst>
        </pc:spChg>
      </pc:sldChg>
      <pc:sldChg chg="addSp delSp modSp mod ord setBg">
        <pc:chgData name="Sumit Kumar" userId="340775d8aea3b5ac" providerId="LiveId" clId="{0342D80B-3AC4-499E-9B48-A868FCE0C04E}" dt="2025-10-13T07:47:10.887" v="153" actId="26606"/>
        <pc:sldMkLst>
          <pc:docMk/>
          <pc:sldMk cId="0" sldId="257"/>
        </pc:sldMkLst>
        <pc:spChg chg="mod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mit Kumar" userId="340775d8aea3b5ac" providerId="LiveId" clId="{0342D80B-3AC4-499E-9B48-A868FCE0C04E}" dt="2025-10-13T07:43:54.204" v="14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Sumit Kumar" userId="340775d8aea3b5ac" providerId="LiveId" clId="{0342D80B-3AC4-499E-9B48-A868FCE0C04E}" dt="2025-10-13T07:44:15.822" v="142" actId="26606"/>
          <ac:spMkLst>
            <pc:docMk/>
            <pc:sldMk cId="0" sldId="257"/>
            <ac:spMk id="9" creationId="{BACC6370-2D7E-4714-9D71-7542949D7D5D}"/>
          </ac:spMkLst>
        </pc:spChg>
        <pc:spChg chg="add del">
          <ac:chgData name="Sumit Kumar" userId="340775d8aea3b5ac" providerId="LiveId" clId="{0342D80B-3AC4-499E-9B48-A868FCE0C04E}" dt="2025-10-13T07:44:15.822" v="142" actId="26606"/>
          <ac:spMkLst>
            <pc:docMk/>
            <pc:sldMk cId="0" sldId="257"/>
            <ac:spMk id="11" creationId="{256B2C21-A230-48C0-8DF1-C46611373C44}"/>
          </ac:spMkLst>
        </pc:spChg>
        <pc:spChg chg="add del">
          <ac:chgData name="Sumit Kumar" userId="340775d8aea3b5ac" providerId="LiveId" clId="{0342D80B-3AC4-499E-9B48-A868FCE0C04E}" dt="2025-10-13T07:44:15.822" v="142" actId="26606"/>
          <ac:spMkLst>
            <pc:docMk/>
            <pc:sldMk cId="0" sldId="257"/>
            <ac:spMk id="13" creationId="{3847E18C-932D-4C95-AABA-FEC7C9499AD7}"/>
          </ac:spMkLst>
        </pc:spChg>
        <pc:spChg chg="add del">
          <ac:chgData name="Sumit Kumar" userId="340775d8aea3b5ac" providerId="LiveId" clId="{0342D80B-3AC4-499E-9B48-A868FCE0C04E}" dt="2025-10-13T07:44:15.822" v="142" actId="26606"/>
          <ac:spMkLst>
            <pc:docMk/>
            <pc:sldMk cId="0" sldId="257"/>
            <ac:spMk id="15" creationId="{3150CB11-0C61-439E-910F-5787759E72A0}"/>
          </ac:spMkLst>
        </pc:spChg>
        <pc:spChg chg="add del">
          <ac:chgData name="Sumit Kumar" userId="340775d8aea3b5ac" providerId="LiveId" clId="{0342D80B-3AC4-499E-9B48-A868FCE0C04E}" dt="2025-10-13T07:44:15.822" v="142" actId="26606"/>
          <ac:spMkLst>
            <pc:docMk/>
            <pc:sldMk cId="0" sldId="257"/>
            <ac:spMk id="17" creationId="{43F8A58B-5155-44CE-A5FF-7647B47D0A7A}"/>
          </ac:spMkLst>
        </pc:spChg>
        <pc:spChg chg="add del">
          <ac:chgData name="Sumit Kumar" userId="340775d8aea3b5ac" providerId="LiveId" clId="{0342D80B-3AC4-499E-9B48-A868FCE0C04E}" dt="2025-10-13T07:44:15.822" v="142" actId="26606"/>
          <ac:spMkLst>
            <pc:docMk/>
            <pc:sldMk cId="0" sldId="257"/>
            <ac:spMk id="19" creationId="{443F2ACA-E6D6-4028-82DD-F03C262D5DE6}"/>
          </ac:spMkLst>
        </pc:spChg>
        <pc:spChg chg="add del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24" creationId="{BACC6370-2D7E-4714-9D71-7542949D7D5D}"/>
          </ac:spMkLst>
        </pc:spChg>
        <pc:spChg chg="add del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26" creationId="{256B2C21-A230-48C0-8DF1-C46611373C44}"/>
          </ac:spMkLst>
        </pc:spChg>
        <pc:spChg chg="del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28" creationId="{3847E18C-932D-4C95-AABA-FEC7C9499AD7}"/>
          </ac:spMkLst>
        </pc:spChg>
        <pc:spChg chg="add del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30" creationId="{3150CB11-0C61-439E-910F-5787759E72A0}"/>
          </ac:spMkLst>
        </pc:spChg>
        <pc:spChg chg="add del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34" creationId="{443F2ACA-E6D6-4028-82DD-F03C262D5DE6}"/>
          </ac:spMkLst>
        </pc:spChg>
        <pc:spChg chg="add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39" creationId="{BACC6370-2D7E-4714-9D71-7542949D7D5D}"/>
          </ac:spMkLst>
        </pc:spChg>
        <pc:spChg chg="add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41" creationId="{F68B3F68-107C-434F-AA38-110D5EA91B85}"/>
          </ac:spMkLst>
        </pc:spChg>
        <pc:spChg chg="add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43" creationId="{AAD0DBB9-1A4B-4391-81D4-CB19F9AB918A}"/>
          </ac:spMkLst>
        </pc:spChg>
        <pc:spChg chg="add">
          <ac:chgData name="Sumit Kumar" userId="340775d8aea3b5ac" providerId="LiveId" clId="{0342D80B-3AC4-499E-9B48-A868FCE0C04E}" dt="2025-10-13T07:47:10.887" v="153" actId="26606"/>
          <ac:spMkLst>
            <pc:docMk/>
            <pc:sldMk cId="0" sldId="257"/>
            <ac:spMk id="45" creationId="{063BBA22-50EA-4C4D-BE05-F1CE4E63AA56}"/>
          </ac:spMkLst>
        </pc:spChg>
        <pc:graphicFrameChg chg="add">
          <ac:chgData name="Sumit Kumar" userId="340775d8aea3b5ac" providerId="LiveId" clId="{0342D80B-3AC4-499E-9B48-A868FCE0C04E}" dt="2025-10-13T07:43:54.204" v="140" actId="26606"/>
          <ac:graphicFrameMkLst>
            <pc:docMk/>
            <pc:sldMk cId="0" sldId="257"/>
            <ac:graphicFrameMk id="5" creationId="{9B056421-126F-A0C2-2CB5-F03BAE561FE1}"/>
          </ac:graphicFrameMkLst>
        </pc:graphicFrameChg>
      </pc:sldChg>
      <pc:sldChg chg="addSp delSp modSp mod setBg">
        <pc:chgData name="Sumit Kumar" userId="340775d8aea3b5ac" providerId="LiveId" clId="{0342D80B-3AC4-499E-9B48-A868FCE0C04E}" dt="2025-10-13T07:47:20.009" v="154" actId="26606"/>
        <pc:sldMkLst>
          <pc:docMk/>
          <pc:sldMk cId="0" sldId="258"/>
        </pc:sldMkLst>
        <pc:spChg chg="mod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Sumit Kumar" userId="340775d8aea3b5ac" providerId="LiveId" clId="{0342D80B-3AC4-499E-9B48-A868FCE0C04E}" dt="2025-10-13T07:44:12.415" v="14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9" creationId="{BACC6370-2D7E-4714-9D71-7542949D7D5D}"/>
          </ac:spMkLst>
        </pc:spChg>
        <pc:spChg chg="add">
          <ac:chgData name="Sumit Kumar" userId="340775d8aea3b5ac" providerId="LiveId" clId="{0342D80B-3AC4-499E-9B48-A868FCE0C04E}" dt="2025-10-13T07:44:12.415" v="141" actId="26606"/>
          <ac:spMkLst>
            <pc:docMk/>
            <pc:sldMk cId="0" sldId="258"/>
            <ac:spMk id="11" creationId="{256B2C21-A230-48C0-8DF1-C46611373C44}"/>
          </ac:spMkLst>
        </pc:spChg>
        <pc:spChg chg="add del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13" creationId="{3847E18C-932D-4C95-AABA-FEC7C9499AD7}"/>
          </ac:spMkLst>
        </pc:spChg>
        <pc:spChg chg="add del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15" creationId="{3150CB11-0C61-439E-910F-5787759E72A0}"/>
          </ac:spMkLst>
        </pc:spChg>
        <pc:spChg chg="add del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17" creationId="{43F8A58B-5155-44CE-A5FF-7647B47D0A7A}"/>
          </ac:spMkLst>
        </pc:spChg>
        <pc:spChg chg="add del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19" creationId="{443F2ACA-E6D6-4028-82DD-F03C262D5DE6}"/>
          </ac:spMkLst>
        </pc:spChg>
        <pc:spChg chg="add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24" creationId="{BACC6370-2D7E-4714-9D71-7542949D7D5D}"/>
          </ac:spMkLst>
        </pc:spChg>
        <pc:spChg chg="add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26" creationId="{F68B3F68-107C-434F-AA38-110D5EA91B85}"/>
          </ac:spMkLst>
        </pc:spChg>
        <pc:spChg chg="add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28" creationId="{AAD0DBB9-1A4B-4391-81D4-CB19F9AB918A}"/>
          </ac:spMkLst>
        </pc:spChg>
        <pc:spChg chg="add">
          <ac:chgData name="Sumit Kumar" userId="340775d8aea3b5ac" providerId="LiveId" clId="{0342D80B-3AC4-499E-9B48-A868FCE0C04E}" dt="2025-10-13T07:47:20.009" v="154" actId="26606"/>
          <ac:spMkLst>
            <pc:docMk/>
            <pc:sldMk cId="0" sldId="258"/>
            <ac:spMk id="30" creationId="{063BBA22-50EA-4C4D-BE05-F1CE4E63AA56}"/>
          </ac:spMkLst>
        </pc:spChg>
        <pc:graphicFrameChg chg="add">
          <ac:chgData name="Sumit Kumar" userId="340775d8aea3b5ac" providerId="LiveId" clId="{0342D80B-3AC4-499E-9B48-A868FCE0C04E}" dt="2025-10-13T07:44:12.415" v="141" actId="26606"/>
          <ac:graphicFrameMkLst>
            <pc:docMk/>
            <pc:sldMk cId="0" sldId="258"/>
            <ac:graphicFrameMk id="5" creationId="{C7A69A30-E5FE-B941-78D4-9BB0D41C38B9}"/>
          </ac:graphicFrameMkLst>
        </pc:graphicFrameChg>
      </pc:sldChg>
      <pc:sldChg chg="addSp modSp mod setBg">
        <pc:chgData name="Sumit Kumar" userId="340775d8aea3b5ac" providerId="LiveId" clId="{0342D80B-3AC4-499E-9B48-A868FCE0C04E}" dt="2025-10-13T07:44:21.987" v="143" actId="26606"/>
        <pc:sldMkLst>
          <pc:docMk/>
          <pc:sldMk cId="0" sldId="259"/>
        </pc:sldMkLst>
        <pc:spChg chg="mod">
          <ac:chgData name="Sumit Kumar" userId="340775d8aea3b5ac" providerId="LiveId" clId="{0342D80B-3AC4-499E-9B48-A868FCE0C04E}" dt="2025-10-13T07:44:21.987" v="143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Sumit Kumar" userId="340775d8aea3b5ac" providerId="LiveId" clId="{0342D80B-3AC4-499E-9B48-A868FCE0C04E}" dt="2025-10-13T07:44:21.987" v="143" actId="26606"/>
          <ac:spMkLst>
            <pc:docMk/>
            <pc:sldMk cId="0" sldId="259"/>
            <ac:spMk id="8" creationId="{A8384FB5-9ADC-4DDC-881B-597D56F5B15D}"/>
          </ac:spMkLst>
        </pc:spChg>
        <pc:spChg chg="add">
          <ac:chgData name="Sumit Kumar" userId="340775d8aea3b5ac" providerId="LiveId" clId="{0342D80B-3AC4-499E-9B48-A868FCE0C04E}" dt="2025-10-13T07:44:21.987" v="143" actId="26606"/>
          <ac:spMkLst>
            <pc:docMk/>
            <pc:sldMk cId="0" sldId="259"/>
            <ac:spMk id="10" creationId="{1199E1B1-A8C0-4FE8-A5A8-1CB41D69F857}"/>
          </ac:spMkLst>
        </pc:spChg>
        <pc:spChg chg="add">
          <ac:chgData name="Sumit Kumar" userId="340775d8aea3b5ac" providerId="LiveId" clId="{0342D80B-3AC4-499E-9B48-A868FCE0C04E}" dt="2025-10-13T07:44:21.987" v="143" actId="26606"/>
          <ac:spMkLst>
            <pc:docMk/>
            <pc:sldMk cId="0" sldId="259"/>
            <ac:spMk id="12" creationId="{84A8DE83-DE75-4B41-9DB4-A7EC0B0DEC0B}"/>
          </ac:spMkLst>
        </pc:spChg>
        <pc:spChg chg="add">
          <ac:chgData name="Sumit Kumar" userId="340775d8aea3b5ac" providerId="LiveId" clId="{0342D80B-3AC4-499E-9B48-A868FCE0C04E}" dt="2025-10-13T07:44:21.987" v="143" actId="26606"/>
          <ac:spMkLst>
            <pc:docMk/>
            <pc:sldMk cId="0" sldId="259"/>
            <ac:spMk id="14" creationId="{A7009A0A-BEF5-4EAC-AF15-E4F9F002E239}"/>
          </ac:spMkLst>
        </pc:spChg>
        <pc:graphicFrameChg chg="mod modGraphic">
          <ac:chgData name="Sumit Kumar" userId="340775d8aea3b5ac" providerId="LiveId" clId="{0342D80B-3AC4-499E-9B48-A868FCE0C04E}" dt="2025-10-13T07:44:21.987" v="143" actId="26606"/>
          <ac:graphicFrameMkLst>
            <pc:docMk/>
            <pc:sldMk cId="0" sldId="259"/>
            <ac:graphicFrameMk id="3" creationId="{00000000-0000-0000-0000-000000000000}"/>
          </ac:graphicFrameMkLst>
        </pc:graphicFrameChg>
      </pc:sldChg>
      <pc:sldChg chg="addSp delSp modSp mod setBg">
        <pc:chgData name="Sumit Kumar" userId="340775d8aea3b5ac" providerId="LiveId" clId="{0342D80B-3AC4-499E-9B48-A868FCE0C04E}" dt="2025-10-13T07:44:29.276" v="144" actId="26606"/>
        <pc:sldMkLst>
          <pc:docMk/>
          <pc:sldMk cId="0" sldId="260"/>
        </pc:sldMkLst>
        <pc:spChg chg="mod">
          <ac:chgData name="Sumit Kumar" userId="340775d8aea3b5ac" providerId="LiveId" clId="{0342D80B-3AC4-499E-9B48-A868FCE0C04E}" dt="2025-10-13T07:44:29.276" v="144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Sumit Kumar" userId="340775d8aea3b5ac" providerId="LiveId" clId="{0342D80B-3AC4-499E-9B48-A868FCE0C04E}" dt="2025-10-13T07:44:29.276" v="144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Sumit Kumar" userId="340775d8aea3b5ac" providerId="LiveId" clId="{0342D80B-3AC4-499E-9B48-A868FCE0C04E}" dt="2025-10-13T07:44:29.276" v="144" actId="26606"/>
          <ac:spMkLst>
            <pc:docMk/>
            <pc:sldMk cId="0" sldId="260"/>
            <ac:spMk id="10" creationId="{E51BA4DF-2BD4-4EC2-B1DB-B27C8AC71864}"/>
          </ac:spMkLst>
        </pc:spChg>
        <pc:graphicFrameChg chg="add">
          <ac:chgData name="Sumit Kumar" userId="340775d8aea3b5ac" providerId="LiveId" clId="{0342D80B-3AC4-499E-9B48-A868FCE0C04E}" dt="2025-10-13T07:44:29.276" v="144" actId="26606"/>
          <ac:graphicFrameMkLst>
            <pc:docMk/>
            <pc:sldMk cId="0" sldId="260"/>
            <ac:graphicFrameMk id="5" creationId="{7C3A86BC-FD18-2016-EFAC-7582E0566914}"/>
          </ac:graphicFrameMkLst>
        </pc:graphicFrameChg>
        <pc:picChg chg="add">
          <ac:chgData name="Sumit Kumar" userId="340775d8aea3b5ac" providerId="LiveId" clId="{0342D80B-3AC4-499E-9B48-A868FCE0C04E}" dt="2025-10-13T07:44:29.276" v="144" actId="26606"/>
          <ac:picMkLst>
            <pc:docMk/>
            <pc:sldMk cId="0" sldId="260"/>
            <ac:picMk id="6" creationId="{53A5D47E-B569-A20D-6A9F-10D0329ACE05}"/>
          </ac:picMkLst>
        </pc:picChg>
      </pc:sldChg>
      <pc:sldChg chg="addSp delSp modSp new mod ord setBg">
        <pc:chgData name="Sumit Kumar" userId="340775d8aea3b5ac" providerId="LiveId" clId="{0342D80B-3AC4-499E-9B48-A868FCE0C04E}" dt="2025-10-13T07:47:04.343" v="152" actId="26606"/>
        <pc:sldMkLst>
          <pc:docMk/>
          <pc:sldMk cId="1340785711" sldId="261"/>
        </pc:sldMkLst>
        <pc:spChg chg="mod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2" creationId="{FA3C12CA-D1DC-A09E-E8C5-A1326B500E35}"/>
          </ac:spMkLst>
        </pc:spChg>
        <pc:spChg chg="mod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3" creationId="{D3507961-EDDC-D49A-8175-3AE870E49242}"/>
          </ac:spMkLst>
        </pc:spChg>
        <pc:spChg chg="add del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8" creationId="{09588DA8-065E-4F6F-8EFD-43104AB2E0CF}"/>
          </ac:spMkLst>
        </pc:spChg>
        <pc:spChg chg="add del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10" creationId="{C4285719-470E-454C-AF62-8323075F1F5B}"/>
          </ac:spMkLst>
        </pc:spChg>
        <pc:spChg chg="add del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12" creationId="{CD9FE4EF-C4D8-49A0-B2FF-81D8DB7D8A24}"/>
          </ac:spMkLst>
        </pc:spChg>
        <pc:spChg chg="add">
          <ac:chgData name="Sumit Kumar" userId="340775d8aea3b5ac" providerId="LiveId" clId="{0342D80B-3AC4-499E-9B48-A868FCE0C04E}" dt="2025-10-13T07:43:47.715" v="139" actId="26606"/>
          <ac:spMkLst>
            <pc:docMk/>
            <pc:sldMk cId="1340785711" sldId="261"/>
            <ac:spMk id="14" creationId="{4300840D-0A0B-4512-BACA-B439D5B9C57C}"/>
          </ac:spMkLst>
        </pc:spChg>
        <pc:spChg chg="add">
          <ac:chgData name="Sumit Kumar" userId="340775d8aea3b5ac" providerId="LiveId" clId="{0342D80B-3AC4-499E-9B48-A868FCE0C04E}" dt="2025-10-13T07:43:47.715" v="139" actId="26606"/>
          <ac:spMkLst>
            <pc:docMk/>
            <pc:sldMk cId="1340785711" sldId="261"/>
            <ac:spMk id="16" creationId="{D2B78728-A580-49A7-84F9-6EF6F583ADE0}"/>
          </ac:spMkLst>
        </pc:spChg>
        <pc:spChg chg="add del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18" creationId="{38FAA1A1-D861-433F-88FA-1E9D6FD31D11}"/>
          </ac:spMkLst>
        </pc:spChg>
        <pc:spChg chg="add del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20" creationId="{8D71EDA1-87BF-4D5D-AB79-F346FD19278A}"/>
          </ac:spMkLst>
        </pc:spChg>
        <pc:spChg chg="add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27" creationId="{3B2E3793-BFE6-45A2-9B7B-E18844431C99}"/>
          </ac:spMkLst>
        </pc:spChg>
        <pc:spChg chg="add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29" creationId="{BC4C4868-CB8F-4AF9-9CDB-8108F2C19B67}"/>
          </ac:spMkLst>
        </pc:spChg>
        <pc:spChg chg="add">
          <ac:chgData name="Sumit Kumar" userId="340775d8aea3b5ac" providerId="LiveId" clId="{0342D80B-3AC4-499E-9B48-A868FCE0C04E}" dt="2025-10-13T07:47:04.343" v="152" actId="26606"/>
          <ac:spMkLst>
            <pc:docMk/>
            <pc:sldMk cId="1340785711" sldId="261"/>
            <ac:spMk id="31" creationId="{375E0459-6403-40CD-989D-56A4407CA12E}"/>
          </ac:spMkLst>
        </pc:spChg>
      </pc:sldChg>
      <pc:sldChg chg="addSp delSp modSp new mod">
        <pc:chgData name="Sumit Kumar" userId="340775d8aea3b5ac" providerId="LiveId" clId="{0342D80B-3AC4-499E-9B48-A868FCE0C04E}" dt="2025-10-13T07:36:31.802" v="67" actId="115"/>
        <pc:sldMkLst>
          <pc:docMk/>
          <pc:sldMk cId="1756250338" sldId="262"/>
        </pc:sldMkLst>
        <pc:spChg chg="mod">
          <ac:chgData name="Sumit Kumar" userId="340775d8aea3b5ac" providerId="LiveId" clId="{0342D80B-3AC4-499E-9B48-A868FCE0C04E}" dt="2025-10-13T07:36:31.802" v="67" actId="115"/>
          <ac:spMkLst>
            <pc:docMk/>
            <pc:sldMk cId="1756250338" sldId="262"/>
            <ac:spMk id="2" creationId="{BD7BBCC6-0735-B95C-6402-4F96C250B979}"/>
          </ac:spMkLst>
        </pc:spChg>
        <pc:spChg chg="del">
          <ac:chgData name="Sumit Kumar" userId="340775d8aea3b5ac" providerId="LiveId" clId="{0342D80B-3AC4-499E-9B48-A868FCE0C04E}" dt="2025-10-13T07:35:08.283" v="47"/>
          <ac:spMkLst>
            <pc:docMk/>
            <pc:sldMk cId="1756250338" sldId="262"/>
            <ac:spMk id="3" creationId="{66603FD2-F9AA-C1F5-B510-301C6EA75945}"/>
          </ac:spMkLst>
        </pc:spChg>
        <pc:spChg chg="add del mod">
          <ac:chgData name="Sumit Kumar" userId="340775d8aea3b5ac" providerId="LiveId" clId="{0342D80B-3AC4-499E-9B48-A868FCE0C04E}" dt="2025-10-13T07:36:13.068" v="63"/>
          <ac:spMkLst>
            <pc:docMk/>
            <pc:sldMk cId="1756250338" sldId="262"/>
            <ac:spMk id="6" creationId="{7516E119-B568-6246-89AB-C4AB6BF64DF8}"/>
          </ac:spMkLst>
        </pc:spChg>
        <pc:graphicFrameChg chg="add mod modGraphic">
          <ac:chgData name="Sumit Kumar" userId="340775d8aea3b5ac" providerId="LiveId" clId="{0342D80B-3AC4-499E-9B48-A868FCE0C04E}" dt="2025-10-13T07:36:25.524" v="65" actId="1076"/>
          <ac:graphicFrameMkLst>
            <pc:docMk/>
            <pc:sldMk cId="1756250338" sldId="262"/>
            <ac:graphicFrameMk id="7" creationId="{8073A614-EDBF-2378-22C1-868787327F28}"/>
          </ac:graphicFrameMkLst>
        </pc:graphicFrameChg>
        <pc:picChg chg="add mod">
          <ac:chgData name="Sumit Kumar" userId="340775d8aea3b5ac" providerId="LiveId" clId="{0342D80B-3AC4-499E-9B48-A868FCE0C04E}" dt="2025-10-13T07:36:18.589" v="64" actId="14100"/>
          <ac:picMkLst>
            <pc:docMk/>
            <pc:sldMk cId="1756250338" sldId="262"/>
            <ac:picMk id="5" creationId="{8EB455B6-6AD5-1FEC-F93F-8D19B2169060}"/>
          </ac:picMkLst>
        </pc:picChg>
      </pc:sldChg>
      <pc:sldChg chg="addSp delSp modSp new mod setBg">
        <pc:chgData name="Sumit Kumar" userId="340775d8aea3b5ac" providerId="LiveId" clId="{0342D80B-3AC4-499E-9B48-A868FCE0C04E}" dt="2025-10-13T07:47:49.960" v="167" actId="26606"/>
        <pc:sldMkLst>
          <pc:docMk/>
          <pc:sldMk cId="744079472" sldId="263"/>
        </pc:sldMkLst>
        <pc:spChg chg="mod">
          <ac:chgData name="Sumit Kumar" userId="340775d8aea3b5ac" providerId="LiveId" clId="{0342D80B-3AC4-499E-9B48-A868FCE0C04E}" dt="2025-10-13T07:47:35.488" v="159" actId="26606"/>
          <ac:spMkLst>
            <pc:docMk/>
            <pc:sldMk cId="744079472" sldId="263"/>
            <ac:spMk id="2" creationId="{975478F9-F4FE-1C42-7387-34250FA3DF15}"/>
          </ac:spMkLst>
        </pc:spChg>
        <pc:spChg chg="del">
          <ac:chgData name="Sumit Kumar" userId="340775d8aea3b5ac" providerId="LiveId" clId="{0342D80B-3AC4-499E-9B48-A868FCE0C04E}" dt="2025-10-13T07:43:01.180" v="129"/>
          <ac:spMkLst>
            <pc:docMk/>
            <pc:sldMk cId="744079472" sldId="263"/>
            <ac:spMk id="3" creationId="{8FAB58C6-1344-DD22-FC54-C54712567346}"/>
          </ac:spMkLst>
        </pc:spChg>
        <pc:spChg chg="add del">
          <ac:chgData name="Sumit Kumar" userId="340775d8aea3b5ac" providerId="LiveId" clId="{0342D80B-3AC4-499E-9B48-A868FCE0C04E}" dt="2025-10-13T07:47:35.488" v="159" actId="26606"/>
          <ac:spMkLst>
            <pc:docMk/>
            <pc:sldMk cId="744079472" sldId="263"/>
            <ac:spMk id="9" creationId="{BACC6370-2D7E-4714-9D71-7542949D7D5D}"/>
          </ac:spMkLst>
        </pc:spChg>
        <pc:spChg chg="add del">
          <ac:chgData name="Sumit Kumar" userId="340775d8aea3b5ac" providerId="LiveId" clId="{0342D80B-3AC4-499E-9B48-A868FCE0C04E}" dt="2025-10-13T07:47:35.488" v="159" actId="26606"/>
          <ac:spMkLst>
            <pc:docMk/>
            <pc:sldMk cId="744079472" sldId="263"/>
            <ac:spMk id="11" creationId="{256B2C21-A230-48C0-8DF1-C46611373C44}"/>
          </ac:spMkLst>
        </pc:spChg>
        <pc:spChg chg="add del">
          <ac:chgData name="Sumit Kumar" userId="340775d8aea3b5ac" providerId="LiveId" clId="{0342D80B-3AC4-499E-9B48-A868FCE0C04E}" dt="2025-10-13T07:47:35.488" v="159" actId="26606"/>
          <ac:spMkLst>
            <pc:docMk/>
            <pc:sldMk cId="744079472" sldId="263"/>
            <ac:spMk id="13" creationId="{3847E18C-932D-4C95-AABA-FEC7C9499AD7}"/>
          </ac:spMkLst>
        </pc:spChg>
        <pc:spChg chg="add del">
          <ac:chgData name="Sumit Kumar" userId="340775d8aea3b5ac" providerId="LiveId" clId="{0342D80B-3AC4-499E-9B48-A868FCE0C04E}" dt="2025-10-13T07:47:35.488" v="159" actId="26606"/>
          <ac:spMkLst>
            <pc:docMk/>
            <pc:sldMk cId="744079472" sldId="263"/>
            <ac:spMk id="15" creationId="{3150CB11-0C61-439E-910F-5787759E72A0}"/>
          </ac:spMkLst>
        </pc:spChg>
        <pc:spChg chg="add del">
          <ac:chgData name="Sumit Kumar" userId="340775d8aea3b5ac" providerId="LiveId" clId="{0342D80B-3AC4-499E-9B48-A868FCE0C04E}" dt="2025-10-13T07:47:35.488" v="159" actId="26606"/>
          <ac:spMkLst>
            <pc:docMk/>
            <pc:sldMk cId="744079472" sldId="263"/>
            <ac:spMk id="17" creationId="{43F8A58B-5155-44CE-A5FF-7647B47D0A7A}"/>
          </ac:spMkLst>
        </pc:spChg>
        <pc:spChg chg="add del">
          <ac:chgData name="Sumit Kumar" userId="340775d8aea3b5ac" providerId="LiveId" clId="{0342D80B-3AC4-499E-9B48-A868FCE0C04E}" dt="2025-10-13T07:47:33.932" v="157" actId="26606"/>
          <ac:spMkLst>
            <pc:docMk/>
            <pc:sldMk cId="744079472" sldId="263"/>
            <ac:spMk id="19" creationId="{443F2ACA-E6D6-4028-82DD-F03C262D5DE6}"/>
          </ac:spMkLst>
        </pc:spChg>
        <pc:spChg chg="add del">
          <ac:chgData name="Sumit Kumar" userId="340775d8aea3b5ac" providerId="LiveId" clId="{0342D80B-3AC4-499E-9B48-A868FCE0C04E}" dt="2025-10-13T07:47:33.898" v="156" actId="26606"/>
          <ac:spMkLst>
            <pc:docMk/>
            <pc:sldMk cId="744079472" sldId="263"/>
            <ac:spMk id="24" creationId="{BACC6370-2D7E-4714-9D71-7542949D7D5D}"/>
          </ac:spMkLst>
        </pc:spChg>
        <pc:spChg chg="add del">
          <ac:chgData name="Sumit Kumar" userId="340775d8aea3b5ac" providerId="LiveId" clId="{0342D80B-3AC4-499E-9B48-A868FCE0C04E}" dt="2025-10-13T07:47:33.898" v="156" actId="26606"/>
          <ac:spMkLst>
            <pc:docMk/>
            <pc:sldMk cId="744079472" sldId="263"/>
            <ac:spMk id="26" creationId="{F68B3F68-107C-434F-AA38-110D5EA91B85}"/>
          </ac:spMkLst>
        </pc:spChg>
        <pc:spChg chg="add del">
          <ac:chgData name="Sumit Kumar" userId="340775d8aea3b5ac" providerId="LiveId" clId="{0342D80B-3AC4-499E-9B48-A868FCE0C04E}" dt="2025-10-13T07:47:33.898" v="156" actId="26606"/>
          <ac:spMkLst>
            <pc:docMk/>
            <pc:sldMk cId="744079472" sldId="263"/>
            <ac:spMk id="28" creationId="{AAD0DBB9-1A4B-4391-81D4-CB19F9AB918A}"/>
          </ac:spMkLst>
        </pc:spChg>
        <pc:spChg chg="add del">
          <ac:chgData name="Sumit Kumar" userId="340775d8aea3b5ac" providerId="LiveId" clId="{0342D80B-3AC4-499E-9B48-A868FCE0C04E}" dt="2025-10-13T07:47:33.898" v="156" actId="26606"/>
          <ac:spMkLst>
            <pc:docMk/>
            <pc:sldMk cId="744079472" sldId="263"/>
            <ac:spMk id="30" creationId="{063BBA22-50EA-4C4D-BE05-F1CE4E63AA56}"/>
          </ac:spMkLst>
        </pc:spChg>
        <pc:spChg chg="add del">
          <ac:chgData name="Sumit Kumar" userId="340775d8aea3b5ac" providerId="LiveId" clId="{0342D80B-3AC4-499E-9B48-A868FCE0C04E}" dt="2025-10-13T07:47:35.478" v="158" actId="26606"/>
          <ac:spMkLst>
            <pc:docMk/>
            <pc:sldMk cId="744079472" sldId="263"/>
            <ac:spMk id="32" creationId="{BACC6370-2D7E-4714-9D71-7542949D7D5D}"/>
          </ac:spMkLst>
        </pc:spChg>
        <pc:spChg chg="add del">
          <ac:chgData name="Sumit Kumar" userId="340775d8aea3b5ac" providerId="LiveId" clId="{0342D80B-3AC4-499E-9B48-A868FCE0C04E}" dt="2025-10-13T07:47:35.478" v="158" actId="26606"/>
          <ac:spMkLst>
            <pc:docMk/>
            <pc:sldMk cId="744079472" sldId="263"/>
            <ac:spMk id="33" creationId="{F68B3F68-107C-434F-AA38-110D5EA91B85}"/>
          </ac:spMkLst>
        </pc:spChg>
        <pc:spChg chg="add del">
          <ac:chgData name="Sumit Kumar" userId="340775d8aea3b5ac" providerId="LiveId" clId="{0342D80B-3AC4-499E-9B48-A868FCE0C04E}" dt="2025-10-13T07:47:35.478" v="158" actId="26606"/>
          <ac:spMkLst>
            <pc:docMk/>
            <pc:sldMk cId="744079472" sldId="263"/>
            <ac:spMk id="34" creationId="{AAD0DBB9-1A4B-4391-81D4-CB19F9AB918A}"/>
          </ac:spMkLst>
        </pc:spChg>
        <pc:spChg chg="del">
          <ac:chgData name="Sumit Kumar" userId="340775d8aea3b5ac" providerId="LiveId" clId="{0342D80B-3AC4-499E-9B48-A868FCE0C04E}" dt="2025-10-13T07:47:35.478" v="158" actId="26606"/>
          <ac:spMkLst>
            <pc:docMk/>
            <pc:sldMk cId="744079472" sldId="263"/>
            <ac:spMk id="35" creationId="{063BBA22-50EA-4C4D-BE05-F1CE4E63AA56}"/>
          </ac:spMkLst>
        </pc:spChg>
        <pc:spChg chg="add del">
          <ac:chgData name="Sumit Kumar" userId="340775d8aea3b5ac" providerId="LiveId" clId="{0342D80B-3AC4-499E-9B48-A868FCE0C04E}" dt="2025-10-13T07:47:49.960" v="167" actId="26606"/>
          <ac:spMkLst>
            <pc:docMk/>
            <pc:sldMk cId="744079472" sldId="263"/>
            <ac:spMk id="37" creationId="{BACC6370-2D7E-4714-9D71-7542949D7D5D}"/>
          </ac:spMkLst>
        </pc:spChg>
        <pc:spChg chg="add del">
          <ac:chgData name="Sumit Kumar" userId="340775d8aea3b5ac" providerId="LiveId" clId="{0342D80B-3AC4-499E-9B48-A868FCE0C04E}" dt="2025-10-13T07:47:49.960" v="167" actId="26606"/>
          <ac:spMkLst>
            <pc:docMk/>
            <pc:sldMk cId="744079472" sldId="263"/>
            <ac:spMk id="38" creationId="{F68B3F68-107C-434F-AA38-110D5EA91B85}"/>
          </ac:spMkLst>
        </pc:spChg>
        <pc:spChg chg="add del">
          <ac:chgData name="Sumit Kumar" userId="340775d8aea3b5ac" providerId="LiveId" clId="{0342D80B-3AC4-499E-9B48-A868FCE0C04E}" dt="2025-10-13T07:47:49.960" v="167" actId="26606"/>
          <ac:spMkLst>
            <pc:docMk/>
            <pc:sldMk cId="744079472" sldId="263"/>
            <ac:spMk id="39" creationId="{AAD0DBB9-1A4B-4391-81D4-CB19F9AB918A}"/>
          </ac:spMkLst>
        </pc:spChg>
        <pc:spChg chg="add del">
          <ac:chgData name="Sumit Kumar" userId="340775d8aea3b5ac" providerId="LiveId" clId="{0342D80B-3AC4-499E-9B48-A868FCE0C04E}" dt="2025-10-13T07:47:49.960" v="167" actId="26606"/>
          <ac:spMkLst>
            <pc:docMk/>
            <pc:sldMk cId="744079472" sldId="263"/>
            <ac:spMk id="40" creationId="{063BBA22-50EA-4C4D-BE05-F1CE4E63AA56}"/>
          </ac:spMkLst>
        </pc:spChg>
        <pc:spChg chg="add del">
          <ac:chgData name="Sumit Kumar" userId="340775d8aea3b5ac" providerId="LiveId" clId="{0342D80B-3AC4-499E-9B48-A868FCE0C04E}" dt="2025-10-13T07:47:48.806" v="164" actId="26606"/>
          <ac:spMkLst>
            <pc:docMk/>
            <pc:sldMk cId="744079472" sldId="263"/>
            <ac:spMk id="45" creationId="{BACC6370-2D7E-4714-9D71-7542949D7D5D}"/>
          </ac:spMkLst>
        </pc:spChg>
        <pc:spChg chg="add del">
          <ac:chgData name="Sumit Kumar" userId="340775d8aea3b5ac" providerId="LiveId" clId="{0342D80B-3AC4-499E-9B48-A868FCE0C04E}" dt="2025-10-13T07:47:48.806" v="164" actId="26606"/>
          <ac:spMkLst>
            <pc:docMk/>
            <pc:sldMk cId="744079472" sldId="263"/>
            <ac:spMk id="47" creationId="{F68B3F68-107C-434F-AA38-110D5EA91B85}"/>
          </ac:spMkLst>
        </pc:spChg>
        <pc:spChg chg="add del">
          <ac:chgData name="Sumit Kumar" userId="340775d8aea3b5ac" providerId="LiveId" clId="{0342D80B-3AC4-499E-9B48-A868FCE0C04E}" dt="2025-10-13T07:47:48.806" v="164" actId="26606"/>
          <ac:spMkLst>
            <pc:docMk/>
            <pc:sldMk cId="744079472" sldId="263"/>
            <ac:spMk id="49" creationId="{AAD0DBB9-1A4B-4391-81D4-CB19F9AB918A}"/>
          </ac:spMkLst>
        </pc:spChg>
        <pc:spChg chg="add del">
          <ac:chgData name="Sumit Kumar" userId="340775d8aea3b5ac" providerId="LiveId" clId="{0342D80B-3AC4-499E-9B48-A868FCE0C04E}" dt="2025-10-13T07:47:48.806" v="164" actId="26606"/>
          <ac:spMkLst>
            <pc:docMk/>
            <pc:sldMk cId="744079472" sldId="263"/>
            <ac:spMk id="51" creationId="{063BBA22-50EA-4C4D-BE05-F1CE4E63AA56}"/>
          </ac:spMkLst>
        </pc:spChg>
        <pc:spChg chg="add del">
          <ac:chgData name="Sumit Kumar" userId="340775d8aea3b5ac" providerId="LiveId" clId="{0342D80B-3AC4-499E-9B48-A868FCE0C04E}" dt="2025-10-13T07:47:49.925" v="166" actId="26606"/>
          <ac:spMkLst>
            <pc:docMk/>
            <pc:sldMk cId="744079472" sldId="263"/>
            <ac:spMk id="53" creationId="{BACC6370-2D7E-4714-9D71-7542949D7D5D}"/>
          </ac:spMkLst>
        </pc:spChg>
        <pc:spChg chg="add del">
          <ac:chgData name="Sumit Kumar" userId="340775d8aea3b5ac" providerId="LiveId" clId="{0342D80B-3AC4-499E-9B48-A868FCE0C04E}" dt="2025-10-13T07:47:49.925" v="166" actId="26606"/>
          <ac:spMkLst>
            <pc:docMk/>
            <pc:sldMk cId="744079472" sldId="263"/>
            <ac:spMk id="54" creationId="{F68B3F68-107C-434F-AA38-110D5EA91B85}"/>
          </ac:spMkLst>
        </pc:spChg>
        <pc:spChg chg="add del">
          <ac:chgData name="Sumit Kumar" userId="340775d8aea3b5ac" providerId="LiveId" clId="{0342D80B-3AC4-499E-9B48-A868FCE0C04E}" dt="2025-10-13T07:47:49.925" v="166" actId="26606"/>
          <ac:spMkLst>
            <pc:docMk/>
            <pc:sldMk cId="744079472" sldId="263"/>
            <ac:spMk id="55" creationId="{AAD0DBB9-1A4B-4391-81D4-CB19F9AB918A}"/>
          </ac:spMkLst>
        </pc:spChg>
        <pc:spChg chg="add del">
          <ac:chgData name="Sumit Kumar" userId="340775d8aea3b5ac" providerId="LiveId" clId="{0342D80B-3AC4-499E-9B48-A868FCE0C04E}" dt="2025-10-13T07:47:49.925" v="166" actId="26606"/>
          <ac:spMkLst>
            <pc:docMk/>
            <pc:sldMk cId="744079472" sldId="263"/>
            <ac:spMk id="56" creationId="{063BBA22-50EA-4C4D-BE05-F1CE4E63AA56}"/>
          </ac:spMkLst>
        </pc:spChg>
        <pc:spChg chg="add">
          <ac:chgData name="Sumit Kumar" userId="340775d8aea3b5ac" providerId="LiveId" clId="{0342D80B-3AC4-499E-9B48-A868FCE0C04E}" dt="2025-10-13T07:47:49.960" v="167" actId="26606"/>
          <ac:spMkLst>
            <pc:docMk/>
            <pc:sldMk cId="744079472" sldId="263"/>
            <ac:spMk id="58" creationId="{BACC6370-2D7E-4714-9D71-7542949D7D5D}"/>
          </ac:spMkLst>
        </pc:spChg>
        <pc:spChg chg="add">
          <ac:chgData name="Sumit Kumar" userId="340775d8aea3b5ac" providerId="LiveId" clId="{0342D80B-3AC4-499E-9B48-A868FCE0C04E}" dt="2025-10-13T07:47:49.960" v="167" actId="26606"/>
          <ac:spMkLst>
            <pc:docMk/>
            <pc:sldMk cId="744079472" sldId="263"/>
            <ac:spMk id="59" creationId="{F68B3F68-107C-434F-AA38-110D5EA91B85}"/>
          </ac:spMkLst>
        </pc:spChg>
        <pc:spChg chg="add">
          <ac:chgData name="Sumit Kumar" userId="340775d8aea3b5ac" providerId="LiveId" clId="{0342D80B-3AC4-499E-9B48-A868FCE0C04E}" dt="2025-10-13T07:47:49.960" v="167" actId="26606"/>
          <ac:spMkLst>
            <pc:docMk/>
            <pc:sldMk cId="744079472" sldId="263"/>
            <ac:spMk id="60" creationId="{AAD0DBB9-1A4B-4391-81D4-CB19F9AB918A}"/>
          </ac:spMkLst>
        </pc:spChg>
        <pc:spChg chg="add">
          <ac:chgData name="Sumit Kumar" userId="340775d8aea3b5ac" providerId="LiveId" clId="{0342D80B-3AC4-499E-9B48-A868FCE0C04E}" dt="2025-10-13T07:47:49.960" v="167" actId="26606"/>
          <ac:spMkLst>
            <pc:docMk/>
            <pc:sldMk cId="744079472" sldId="263"/>
            <ac:spMk id="61" creationId="{063BBA22-50EA-4C4D-BE05-F1CE4E63AA56}"/>
          </ac:spMkLst>
        </pc:spChg>
        <pc:graphicFrameChg chg="add mod modGraphic">
          <ac:chgData name="Sumit Kumar" userId="340775d8aea3b5ac" providerId="LiveId" clId="{0342D80B-3AC4-499E-9B48-A868FCE0C04E}" dt="2025-10-13T07:47:49.960" v="167" actId="26606"/>
          <ac:graphicFrameMkLst>
            <pc:docMk/>
            <pc:sldMk cId="744079472" sldId="263"/>
            <ac:graphicFrameMk id="4" creationId="{E9CBC692-AB89-27E9-B7B3-02733F81CE59}"/>
          </ac:graphicFrameMkLst>
        </pc:graphicFrameChg>
      </pc:sldChg>
      <pc:sldChg chg="addSp delSp modSp new del mod">
        <pc:chgData name="Sumit Kumar" userId="340775d8aea3b5ac" providerId="LiveId" clId="{0342D80B-3AC4-499E-9B48-A868FCE0C04E}" dt="2025-10-13T07:41:38.669" v="126" actId="47"/>
        <pc:sldMkLst>
          <pc:docMk/>
          <pc:sldMk cId="2607446129" sldId="263"/>
        </pc:sldMkLst>
        <pc:spChg chg="mod">
          <ac:chgData name="Sumit Kumar" userId="340775d8aea3b5ac" providerId="LiveId" clId="{0342D80B-3AC4-499E-9B48-A868FCE0C04E}" dt="2025-10-13T07:38:29.551" v="72" actId="27636"/>
          <ac:spMkLst>
            <pc:docMk/>
            <pc:sldMk cId="2607446129" sldId="263"/>
            <ac:spMk id="2" creationId="{E653E975-8705-E8C1-36A1-29093CFC8998}"/>
          </ac:spMkLst>
        </pc:spChg>
        <pc:spChg chg="del">
          <ac:chgData name="Sumit Kumar" userId="340775d8aea3b5ac" providerId="LiveId" clId="{0342D80B-3AC4-499E-9B48-A868FCE0C04E}" dt="2025-10-13T07:38:38.964" v="73"/>
          <ac:spMkLst>
            <pc:docMk/>
            <pc:sldMk cId="2607446129" sldId="263"/>
            <ac:spMk id="3" creationId="{58ACBDD5-5949-6C99-7A01-103216F6A7C1}"/>
          </ac:spMkLst>
        </pc:spChg>
        <pc:spChg chg="add mod">
          <ac:chgData name="Sumit Kumar" userId="340775d8aea3b5ac" providerId="LiveId" clId="{0342D80B-3AC4-499E-9B48-A868FCE0C04E}" dt="2025-10-13T07:38:48.663" v="75" actId="478"/>
          <ac:spMkLst>
            <pc:docMk/>
            <pc:sldMk cId="2607446129" sldId="263"/>
            <ac:spMk id="6" creationId="{B27CADC5-5067-CC0A-A8E4-0309EDF4BF48}"/>
          </ac:spMkLst>
        </pc:spChg>
        <pc:graphicFrameChg chg="add del mod modGraphic">
          <ac:chgData name="Sumit Kumar" userId="340775d8aea3b5ac" providerId="LiveId" clId="{0342D80B-3AC4-499E-9B48-A868FCE0C04E}" dt="2025-10-13T07:38:48.663" v="75" actId="478"/>
          <ac:graphicFrameMkLst>
            <pc:docMk/>
            <pc:sldMk cId="2607446129" sldId="263"/>
            <ac:graphicFrameMk id="4" creationId="{7E06A490-8F09-C5A0-005C-11F041C902BD}"/>
          </ac:graphicFrameMkLst>
        </pc:graphicFrameChg>
      </pc:sldChg>
      <pc:sldChg chg="addSp delSp modSp new mod setBg">
        <pc:chgData name="Sumit Kumar" userId="340775d8aea3b5ac" providerId="LiveId" clId="{0342D80B-3AC4-499E-9B48-A868FCE0C04E}" dt="2025-10-13T07:47:58.994" v="168" actId="26606"/>
        <pc:sldMkLst>
          <pc:docMk/>
          <pc:sldMk cId="1130099031" sldId="264"/>
        </pc:sldMkLst>
        <pc:spChg chg="mod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2" creationId="{9BCCFFDE-DF83-514F-481D-5A90DD512A23}"/>
          </ac:spMkLst>
        </pc:spChg>
        <pc:spChg chg="mod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3" creationId="{A41A16EB-9567-EDE4-AAA2-3BD79B693586}"/>
          </ac:spMkLst>
        </pc:spChg>
        <pc:spChg chg="add del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8" creationId="{09588DA8-065E-4F6F-8EFD-43104AB2E0CF}"/>
          </ac:spMkLst>
        </pc:spChg>
        <pc:spChg chg="add">
          <ac:chgData name="Sumit Kumar" userId="340775d8aea3b5ac" providerId="LiveId" clId="{0342D80B-3AC4-499E-9B48-A868FCE0C04E}" dt="2025-10-13T07:46:18.511" v="151" actId="26606"/>
          <ac:spMkLst>
            <pc:docMk/>
            <pc:sldMk cId="1130099031" sldId="264"/>
            <ac:spMk id="10" creationId="{C4285719-470E-454C-AF62-8323075F1F5B}"/>
          </ac:spMkLst>
        </pc:spChg>
        <pc:spChg chg="add del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12" creationId="{CD9FE4EF-C4D8-49A0-B2FF-81D8DB7D8A24}"/>
          </ac:spMkLst>
        </pc:spChg>
        <pc:spChg chg="add del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14" creationId="{4300840D-0A0B-4512-BACA-B439D5B9C57C}"/>
          </ac:spMkLst>
        </pc:spChg>
        <pc:spChg chg="add del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16" creationId="{D2B78728-A580-49A7-84F9-6EF6F583ADE0}"/>
          </ac:spMkLst>
        </pc:spChg>
        <pc:spChg chg="add">
          <ac:chgData name="Sumit Kumar" userId="340775d8aea3b5ac" providerId="LiveId" clId="{0342D80B-3AC4-499E-9B48-A868FCE0C04E}" dt="2025-10-13T07:46:18.511" v="151" actId="26606"/>
          <ac:spMkLst>
            <pc:docMk/>
            <pc:sldMk cId="1130099031" sldId="264"/>
            <ac:spMk id="18" creationId="{38FAA1A1-D861-433F-88FA-1E9D6FD31D11}"/>
          </ac:spMkLst>
        </pc:spChg>
        <pc:spChg chg="add del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20" creationId="{8D71EDA1-87BF-4D5D-AB79-F346FD19278A}"/>
          </ac:spMkLst>
        </pc:spChg>
        <pc:spChg chg="add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27" creationId="{3B2E3793-BFE6-45A2-9B7B-E18844431C99}"/>
          </ac:spMkLst>
        </pc:spChg>
        <pc:spChg chg="add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31" creationId="{375E0459-6403-40CD-989D-56A4407CA12E}"/>
          </ac:spMkLst>
        </pc:spChg>
        <pc:spChg chg="add">
          <ac:chgData name="Sumit Kumar" userId="340775d8aea3b5ac" providerId="LiveId" clId="{0342D80B-3AC4-499E-9B48-A868FCE0C04E}" dt="2025-10-13T07:47:58.994" v="168" actId="26606"/>
          <ac:spMkLst>
            <pc:docMk/>
            <pc:sldMk cId="1130099031" sldId="264"/>
            <ac:spMk id="33" creationId="{53E5B1A8-3AC9-4BD1-9BBC-78CA94F2D1BA}"/>
          </ac:spMkLst>
        </pc:spChg>
      </pc:sldChg>
      <pc:sldChg chg="addSp modSp new mod setBg addAnim">
        <pc:chgData name="Sumit Kumar" userId="340775d8aea3b5ac" providerId="LiveId" clId="{0342D80B-3AC4-499E-9B48-A868FCE0C04E}" dt="2025-10-13T07:50:04.945" v="191"/>
        <pc:sldMkLst>
          <pc:docMk/>
          <pc:sldMk cId="2600004165" sldId="265"/>
        </pc:sldMkLst>
        <pc:spChg chg="mod">
          <ac:chgData name="Sumit Kumar" userId="340775d8aea3b5ac" providerId="LiveId" clId="{0342D80B-3AC4-499E-9B48-A868FCE0C04E}" dt="2025-10-13T07:50:04.944" v="190" actId="26606"/>
          <ac:spMkLst>
            <pc:docMk/>
            <pc:sldMk cId="2600004165" sldId="265"/>
            <ac:spMk id="2" creationId="{835D63B2-56F4-AB52-DE6B-E88A0AF7E8D3}"/>
          </ac:spMkLst>
        </pc:spChg>
        <pc:spChg chg="mod">
          <ac:chgData name="Sumit Kumar" userId="340775d8aea3b5ac" providerId="LiveId" clId="{0342D80B-3AC4-499E-9B48-A868FCE0C04E}" dt="2025-10-13T07:50:04.944" v="190" actId="26606"/>
          <ac:spMkLst>
            <pc:docMk/>
            <pc:sldMk cId="2600004165" sldId="265"/>
            <ac:spMk id="3" creationId="{38F79BA5-16EB-5596-DF0F-9ADA79475100}"/>
          </ac:spMkLst>
        </pc:spChg>
        <pc:spChg chg="add">
          <ac:chgData name="Sumit Kumar" userId="340775d8aea3b5ac" providerId="LiveId" clId="{0342D80B-3AC4-499E-9B48-A868FCE0C04E}" dt="2025-10-13T07:50:04.944" v="190" actId="26606"/>
          <ac:spMkLst>
            <pc:docMk/>
            <pc:sldMk cId="2600004165" sldId="265"/>
            <ac:spMk id="8" creationId="{907EF6B7-1338-4443-8C46-6A318D952DFD}"/>
          </ac:spMkLst>
        </pc:spChg>
        <pc:spChg chg="add">
          <ac:chgData name="Sumit Kumar" userId="340775d8aea3b5ac" providerId="LiveId" clId="{0342D80B-3AC4-499E-9B48-A868FCE0C04E}" dt="2025-10-13T07:50:04.944" v="190" actId="26606"/>
          <ac:spMkLst>
            <pc:docMk/>
            <pc:sldMk cId="2600004165" sldId="265"/>
            <ac:spMk id="10" creationId="{DAAE4CDD-124C-4DCF-9584-B6033B545DD5}"/>
          </ac:spMkLst>
        </pc:spChg>
        <pc:spChg chg="add">
          <ac:chgData name="Sumit Kumar" userId="340775d8aea3b5ac" providerId="LiveId" clId="{0342D80B-3AC4-499E-9B48-A868FCE0C04E}" dt="2025-10-13T07:50:04.944" v="190" actId="26606"/>
          <ac:spMkLst>
            <pc:docMk/>
            <pc:sldMk cId="2600004165" sldId="265"/>
            <ac:spMk id="12" creationId="{081E4A58-353D-44AE-B2FC-2A74E2E400F7}"/>
          </ac:spMkLst>
        </pc:spChg>
      </pc:sldChg>
      <pc:sldChg chg="new del">
        <pc:chgData name="Sumit Kumar" userId="340775d8aea3b5ac" providerId="LiveId" clId="{0342D80B-3AC4-499E-9B48-A868FCE0C04E}" dt="2025-10-13T07:49:47.076" v="170" actId="47"/>
        <pc:sldMkLst>
          <pc:docMk/>
          <pc:sldMk cId="2917366034" sldId="26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273E43-6EE4-4948-BEF7-6CC45E4BAE4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BCE5002C-22AD-4C57-AF93-5A0064BC7C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evaluate the financial impact of deploying a credit card fraud detection model.</a:t>
          </a:r>
        </a:p>
      </dgm:t>
    </dgm:pt>
    <dgm:pt modelId="{1A7DDAF9-0036-4F89-B705-143457DD03CE}" type="parTrans" cxnId="{55102A73-4747-4DF7-AEE6-7FD2E8F0D7E4}">
      <dgm:prSet/>
      <dgm:spPr/>
      <dgm:t>
        <a:bodyPr/>
        <a:lstStyle/>
        <a:p>
          <a:endParaRPr lang="en-US"/>
        </a:p>
      </dgm:t>
    </dgm:pt>
    <dgm:pt modelId="{41689413-5692-4E1D-9102-094ED55227D4}" type="sibTrans" cxnId="{55102A73-4747-4DF7-AEE6-7FD2E8F0D7E4}">
      <dgm:prSet/>
      <dgm:spPr/>
      <dgm:t>
        <a:bodyPr/>
        <a:lstStyle/>
        <a:p>
          <a:endParaRPr lang="en-US"/>
        </a:p>
      </dgm:t>
    </dgm:pt>
    <dgm:pt modelId="{9029C7E3-861A-4BCA-B7D1-E3CE90E153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model aims to reduce losses from fraudulent transactions while minimizing operational costs.</a:t>
          </a:r>
        </a:p>
      </dgm:t>
    </dgm:pt>
    <dgm:pt modelId="{85BAEE3E-EE34-4DDD-AC80-BB5BF1AC8054}" type="parTrans" cxnId="{F3B4E1DE-AD47-486A-8807-95493BF8C0E4}">
      <dgm:prSet/>
      <dgm:spPr/>
      <dgm:t>
        <a:bodyPr/>
        <a:lstStyle/>
        <a:p>
          <a:endParaRPr lang="en-US"/>
        </a:p>
      </dgm:t>
    </dgm:pt>
    <dgm:pt modelId="{3FF781F9-BF01-491F-9CD5-F490A35BFA3C}" type="sibTrans" cxnId="{F3B4E1DE-AD47-486A-8807-95493BF8C0E4}">
      <dgm:prSet/>
      <dgm:spPr/>
      <dgm:t>
        <a:bodyPr/>
        <a:lstStyle/>
        <a:p>
          <a:endParaRPr lang="en-US"/>
        </a:p>
      </dgm:t>
    </dgm:pt>
    <dgm:pt modelId="{EEB43705-3A73-4F90-A024-0E2F69F09069}" type="pres">
      <dgm:prSet presAssocID="{28273E43-6EE4-4948-BEF7-6CC45E4BAE42}" presName="root" presStyleCnt="0">
        <dgm:presLayoutVars>
          <dgm:dir/>
          <dgm:resizeHandles val="exact"/>
        </dgm:presLayoutVars>
      </dgm:prSet>
      <dgm:spPr/>
    </dgm:pt>
    <dgm:pt modelId="{84590470-DA85-4809-BC29-B696F93811CA}" type="pres">
      <dgm:prSet presAssocID="{BCE5002C-22AD-4C57-AF93-5A0064BC7CBF}" presName="compNode" presStyleCnt="0"/>
      <dgm:spPr/>
    </dgm:pt>
    <dgm:pt modelId="{0E642BFA-6D9C-420B-A993-EFAB838520B1}" type="pres">
      <dgm:prSet presAssocID="{BCE5002C-22AD-4C57-AF93-5A0064BC7CB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2447D73E-9454-47B4-9E4D-F882F04A850E}" type="pres">
      <dgm:prSet presAssocID="{BCE5002C-22AD-4C57-AF93-5A0064BC7CBF}" presName="spaceRect" presStyleCnt="0"/>
      <dgm:spPr/>
    </dgm:pt>
    <dgm:pt modelId="{B75FCADC-15E4-4C9A-8C65-415D6F5E887A}" type="pres">
      <dgm:prSet presAssocID="{BCE5002C-22AD-4C57-AF93-5A0064BC7CBF}" presName="textRect" presStyleLbl="revTx" presStyleIdx="0" presStyleCnt="2">
        <dgm:presLayoutVars>
          <dgm:chMax val="1"/>
          <dgm:chPref val="1"/>
        </dgm:presLayoutVars>
      </dgm:prSet>
      <dgm:spPr/>
    </dgm:pt>
    <dgm:pt modelId="{1A478863-03FA-49C5-BD68-1CC6612E160B}" type="pres">
      <dgm:prSet presAssocID="{41689413-5692-4E1D-9102-094ED55227D4}" presName="sibTrans" presStyleCnt="0"/>
      <dgm:spPr/>
    </dgm:pt>
    <dgm:pt modelId="{053F6D53-978D-4954-AAFD-664340EBBBF6}" type="pres">
      <dgm:prSet presAssocID="{9029C7E3-861A-4BCA-B7D1-E3CE90E153E3}" presName="compNode" presStyleCnt="0"/>
      <dgm:spPr/>
    </dgm:pt>
    <dgm:pt modelId="{9F454B5F-37F5-48B7-BB97-177C54E1FBD3}" type="pres">
      <dgm:prSet presAssocID="{9029C7E3-861A-4BCA-B7D1-E3CE90E153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FC747F9-CA3A-4726-A364-E707609DD1E7}" type="pres">
      <dgm:prSet presAssocID="{9029C7E3-861A-4BCA-B7D1-E3CE90E153E3}" presName="spaceRect" presStyleCnt="0"/>
      <dgm:spPr/>
    </dgm:pt>
    <dgm:pt modelId="{BB11BA96-444F-4AEA-A8EA-3FDC2F119160}" type="pres">
      <dgm:prSet presAssocID="{9029C7E3-861A-4BCA-B7D1-E3CE90E153E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46F0505-D2BF-443C-8E36-873FD6197CFA}" type="presOf" srcId="{28273E43-6EE4-4948-BEF7-6CC45E4BAE42}" destId="{EEB43705-3A73-4F90-A024-0E2F69F09069}" srcOrd="0" destOrd="0" presId="urn:microsoft.com/office/officeart/2018/2/layout/IconLabelList"/>
    <dgm:cxn modelId="{1FCEAB39-977C-4FB4-B392-D309A40A7ED5}" type="presOf" srcId="{9029C7E3-861A-4BCA-B7D1-E3CE90E153E3}" destId="{BB11BA96-444F-4AEA-A8EA-3FDC2F119160}" srcOrd="0" destOrd="0" presId="urn:microsoft.com/office/officeart/2018/2/layout/IconLabelList"/>
    <dgm:cxn modelId="{55102A73-4747-4DF7-AEE6-7FD2E8F0D7E4}" srcId="{28273E43-6EE4-4948-BEF7-6CC45E4BAE42}" destId="{BCE5002C-22AD-4C57-AF93-5A0064BC7CBF}" srcOrd="0" destOrd="0" parTransId="{1A7DDAF9-0036-4F89-B705-143457DD03CE}" sibTransId="{41689413-5692-4E1D-9102-094ED55227D4}"/>
    <dgm:cxn modelId="{104200D2-E21C-4575-BF9F-7A7C1781CA39}" type="presOf" srcId="{BCE5002C-22AD-4C57-AF93-5A0064BC7CBF}" destId="{B75FCADC-15E4-4C9A-8C65-415D6F5E887A}" srcOrd="0" destOrd="0" presId="urn:microsoft.com/office/officeart/2018/2/layout/IconLabelList"/>
    <dgm:cxn modelId="{F3B4E1DE-AD47-486A-8807-95493BF8C0E4}" srcId="{28273E43-6EE4-4948-BEF7-6CC45E4BAE42}" destId="{9029C7E3-861A-4BCA-B7D1-E3CE90E153E3}" srcOrd="1" destOrd="0" parTransId="{85BAEE3E-EE34-4DDD-AC80-BB5BF1AC8054}" sibTransId="{3FF781F9-BF01-491F-9CD5-F490A35BFA3C}"/>
    <dgm:cxn modelId="{78E0A17A-12CD-45E9-A5EC-6107A38F9A3F}" type="presParOf" srcId="{EEB43705-3A73-4F90-A024-0E2F69F09069}" destId="{84590470-DA85-4809-BC29-B696F93811CA}" srcOrd="0" destOrd="0" presId="urn:microsoft.com/office/officeart/2018/2/layout/IconLabelList"/>
    <dgm:cxn modelId="{ECD4B600-3534-4914-AB4B-0F7D919CDE94}" type="presParOf" srcId="{84590470-DA85-4809-BC29-B696F93811CA}" destId="{0E642BFA-6D9C-420B-A993-EFAB838520B1}" srcOrd="0" destOrd="0" presId="urn:microsoft.com/office/officeart/2018/2/layout/IconLabelList"/>
    <dgm:cxn modelId="{DF8DE13A-9932-44A3-A123-E5B2810663D2}" type="presParOf" srcId="{84590470-DA85-4809-BC29-B696F93811CA}" destId="{2447D73E-9454-47B4-9E4D-F882F04A850E}" srcOrd="1" destOrd="0" presId="urn:microsoft.com/office/officeart/2018/2/layout/IconLabelList"/>
    <dgm:cxn modelId="{55A875EC-0D42-47FF-8CD2-72A633F1E3DD}" type="presParOf" srcId="{84590470-DA85-4809-BC29-B696F93811CA}" destId="{B75FCADC-15E4-4C9A-8C65-415D6F5E887A}" srcOrd="2" destOrd="0" presId="urn:microsoft.com/office/officeart/2018/2/layout/IconLabelList"/>
    <dgm:cxn modelId="{BAEAC763-544C-499E-B13B-FCFBAE4D0233}" type="presParOf" srcId="{EEB43705-3A73-4F90-A024-0E2F69F09069}" destId="{1A478863-03FA-49C5-BD68-1CC6612E160B}" srcOrd="1" destOrd="0" presId="urn:microsoft.com/office/officeart/2018/2/layout/IconLabelList"/>
    <dgm:cxn modelId="{EFBF8CAA-82C6-4353-AF94-9EBB6FA006CC}" type="presParOf" srcId="{EEB43705-3A73-4F90-A024-0E2F69F09069}" destId="{053F6D53-978D-4954-AAFD-664340EBBBF6}" srcOrd="2" destOrd="0" presId="urn:microsoft.com/office/officeart/2018/2/layout/IconLabelList"/>
    <dgm:cxn modelId="{4EE97500-A9D5-4966-8C8E-61B1D6D17270}" type="presParOf" srcId="{053F6D53-978D-4954-AAFD-664340EBBBF6}" destId="{9F454B5F-37F5-48B7-BB97-177C54E1FBD3}" srcOrd="0" destOrd="0" presId="urn:microsoft.com/office/officeart/2018/2/layout/IconLabelList"/>
    <dgm:cxn modelId="{0ED577BB-B356-4308-BB61-539119BE6CCA}" type="presParOf" srcId="{053F6D53-978D-4954-AAFD-664340EBBBF6}" destId="{8FC747F9-CA3A-4726-A364-E707609DD1E7}" srcOrd="1" destOrd="0" presId="urn:microsoft.com/office/officeart/2018/2/layout/IconLabelList"/>
    <dgm:cxn modelId="{059B2EDD-FA0C-4581-B46C-0CBC85445249}" type="presParOf" srcId="{053F6D53-978D-4954-AAFD-664340EBBBF6}" destId="{BB11BA96-444F-4AEA-A8EA-3FDC2F11916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C142CE-D792-4085-B84D-E546EA0A63E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646C8D-AE75-4051-8863-97D4D8FF017F}">
      <dgm:prSet/>
      <dgm:spPr/>
      <dgm:t>
        <a:bodyPr/>
        <a:lstStyle/>
        <a:p>
          <a:r>
            <a:rPr lang="en-US"/>
            <a:t>Before deployment, the bank reimbursed customers for every fraudulent transaction, resulting in substantial financial losses.</a:t>
          </a:r>
        </a:p>
      </dgm:t>
    </dgm:pt>
    <dgm:pt modelId="{0C2097AD-1090-4446-A3F4-3327A18EFB2D}" type="parTrans" cxnId="{8246CCEF-BE57-472C-8BDF-062171179979}">
      <dgm:prSet/>
      <dgm:spPr/>
      <dgm:t>
        <a:bodyPr/>
        <a:lstStyle/>
        <a:p>
          <a:endParaRPr lang="en-US"/>
        </a:p>
      </dgm:t>
    </dgm:pt>
    <dgm:pt modelId="{9986DCC4-6B19-402D-B4C7-04370802748A}" type="sibTrans" cxnId="{8246CCEF-BE57-472C-8BDF-062171179979}">
      <dgm:prSet/>
      <dgm:spPr/>
      <dgm:t>
        <a:bodyPr/>
        <a:lstStyle/>
        <a:p>
          <a:endParaRPr lang="en-US"/>
        </a:p>
      </dgm:t>
    </dgm:pt>
    <dgm:pt modelId="{FC15A9A1-5370-4F75-BEC1-08FF42271371}">
      <dgm:prSet/>
      <dgm:spPr/>
      <dgm:t>
        <a:bodyPr/>
        <a:lstStyle/>
        <a:p>
          <a:r>
            <a:rPr lang="en-US"/>
            <a:t>After model deployment, transactions predicted as fraudulent undergo a second authentication via SMS and customer support, costing $1.5 per flagged transaction.</a:t>
          </a:r>
        </a:p>
      </dgm:t>
    </dgm:pt>
    <dgm:pt modelId="{7ADF9D60-B4B7-4DD5-8ABC-D4CC6D97E579}" type="parTrans" cxnId="{14ACA7D6-A4F0-41B0-96D6-AD8CD5676932}">
      <dgm:prSet/>
      <dgm:spPr/>
      <dgm:t>
        <a:bodyPr/>
        <a:lstStyle/>
        <a:p>
          <a:endParaRPr lang="en-US"/>
        </a:p>
      </dgm:t>
    </dgm:pt>
    <dgm:pt modelId="{A9DEB270-1347-414E-AA59-BB00F4CD6598}" type="sibTrans" cxnId="{14ACA7D6-A4F0-41B0-96D6-AD8CD5676932}">
      <dgm:prSet/>
      <dgm:spPr/>
      <dgm:t>
        <a:bodyPr/>
        <a:lstStyle/>
        <a:p>
          <a:endParaRPr lang="en-US"/>
        </a:p>
      </dgm:t>
    </dgm:pt>
    <dgm:pt modelId="{DA963722-7645-4D5E-A355-5AE37A3A6C9A}" type="pres">
      <dgm:prSet presAssocID="{FFC142CE-D792-4085-B84D-E546EA0A63E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3CD9ECD-5BE4-47BB-9538-BF30C412EAEA}" type="pres">
      <dgm:prSet presAssocID="{7F646C8D-AE75-4051-8863-97D4D8FF017F}" presName="hierRoot1" presStyleCnt="0"/>
      <dgm:spPr/>
    </dgm:pt>
    <dgm:pt modelId="{F31035B4-F1B6-4D10-8CBB-6DB05865ABF3}" type="pres">
      <dgm:prSet presAssocID="{7F646C8D-AE75-4051-8863-97D4D8FF017F}" presName="composite" presStyleCnt="0"/>
      <dgm:spPr/>
    </dgm:pt>
    <dgm:pt modelId="{7BD2DDF8-BFF7-4E42-A8D8-C2E1EAD256C5}" type="pres">
      <dgm:prSet presAssocID="{7F646C8D-AE75-4051-8863-97D4D8FF017F}" presName="background" presStyleLbl="node0" presStyleIdx="0" presStyleCnt="2"/>
      <dgm:spPr/>
    </dgm:pt>
    <dgm:pt modelId="{D479A191-B064-47F2-BB81-91B182CD9799}" type="pres">
      <dgm:prSet presAssocID="{7F646C8D-AE75-4051-8863-97D4D8FF017F}" presName="text" presStyleLbl="fgAcc0" presStyleIdx="0" presStyleCnt="2">
        <dgm:presLayoutVars>
          <dgm:chPref val="3"/>
        </dgm:presLayoutVars>
      </dgm:prSet>
      <dgm:spPr/>
    </dgm:pt>
    <dgm:pt modelId="{607DD120-CE4E-4A1D-A44E-ED52DA3357FE}" type="pres">
      <dgm:prSet presAssocID="{7F646C8D-AE75-4051-8863-97D4D8FF017F}" presName="hierChild2" presStyleCnt="0"/>
      <dgm:spPr/>
    </dgm:pt>
    <dgm:pt modelId="{5BE8ED5D-4100-4ECC-BFBD-18574880747B}" type="pres">
      <dgm:prSet presAssocID="{FC15A9A1-5370-4F75-BEC1-08FF42271371}" presName="hierRoot1" presStyleCnt="0"/>
      <dgm:spPr/>
    </dgm:pt>
    <dgm:pt modelId="{A21AC2C6-66D8-4BCC-93C4-D8452F30A8C9}" type="pres">
      <dgm:prSet presAssocID="{FC15A9A1-5370-4F75-BEC1-08FF42271371}" presName="composite" presStyleCnt="0"/>
      <dgm:spPr/>
    </dgm:pt>
    <dgm:pt modelId="{BCC9406F-69D0-4407-A003-A2AD1E23B7A9}" type="pres">
      <dgm:prSet presAssocID="{FC15A9A1-5370-4F75-BEC1-08FF42271371}" presName="background" presStyleLbl="node0" presStyleIdx="1" presStyleCnt="2"/>
      <dgm:spPr/>
    </dgm:pt>
    <dgm:pt modelId="{CA483789-D673-4CA4-AE75-0C20D4B8F813}" type="pres">
      <dgm:prSet presAssocID="{FC15A9A1-5370-4F75-BEC1-08FF42271371}" presName="text" presStyleLbl="fgAcc0" presStyleIdx="1" presStyleCnt="2">
        <dgm:presLayoutVars>
          <dgm:chPref val="3"/>
        </dgm:presLayoutVars>
      </dgm:prSet>
      <dgm:spPr/>
    </dgm:pt>
    <dgm:pt modelId="{225249F1-9C57-40FE-987A-D7CE046057E6}" type="pres">
      <dgm:prSet presAssocID="{FC15A9A1-5370-4F75-BEC1-08FF42271371}" presName="hierChild2" presStyleCnt="0"/>
      <dgm:spPr/>
    </dgm:pt>
  </dgm:ptLst>
  <dgm:cxnLst>
    <dgm:cxn modelId="{9708E538-4D06-4A61-B885-9692C085F4B7}" type="presOf" srcId="{7F646C8D-AE75-4051-8863-97D4D8FF017F}" destId="{D479A191-B064-47F2-BB81-91B182CD9799}" srcOrd="0" destOrd="0" presId="urn:microsoft.com/office/officeart/2005/8/layout/hierarchy1"/>
    <dgm:cxn modelId="{140F8865-4752-4F7E-B6F4-94D117E25127}" type="presOf" srcId="{FC15A9A1-5370-4F75-BEC1-08FF42271371}" destId="{CA483789-D673-4CA4-AE75-0C20D4B8F813}" srcOrd="0" destOrd="0" presId="urn:microsoft.com/office/officeart/2005/8/layout/hierarchy1"/>
    <dgm:cxn modelId="{CEFB05C0-72EA-4B37-9387-E61F07F19CC8}" type="presOf" srcId="{FFC142CE-D792-4085-B84D-E546EA0A63EC}" destId="{DA963722-7645-4D5E-A355-5AE37A3A6C9A}" srcOrd="0" destOrd="0" presId="urn:microsoft.com/office/officeart/2005/8/layout/hierarchy1"/>
    <dgm:cxn modelId="{14ACA7D6-A4F0-41B0-96D6-AD8CD5676932}" srcId="{FFC142CE-D792-4085-B84D-E546EA0A63EC}" destId="{FC15A9A1-5370-4F75-BEC1-08FF42271371}" srcOrd="1" destOrd="0" parTransId="{7ADF9D60-B4B7-4DD5-8ABC-D4CC6D97E579}" sibTransId="{A9DEB270-1347-414E-AA59-BB00F4CD6598}"/>
    <dgm:cxn modelId="{8246CCEF-BE57-472C-8BDF-062171179979}" srcId="{FFC142CE-D792-4085-B84D-E546EA0A63EC}" destId="{7F646C8D-AE75-4051-8863-97D4D8FF017F}" srcOrd="0" destOrd="0" parTransId="{0C2097AD-1090-4446-A3F4-3327A18EFB2D}" sibTransId="{9986DCC4-6B19-402D-B4C7-04370802748A}"/>
    <dgm:cxn modelId="{92680718-29CA-4827-8D7D-557512F33C5F}" type="presParOf" srcId="{DA963722-7645-4D5E-A355-5AE37A3A6C9A}" destId="{13CD9ECD-5BE4-47BB-9538-BF30C412EAEA}" srcOrd="0" destOrd="0" presId="urn:microsoft.com/office/officeart/2005/8/layout/hierarchy1"/>
    <dgm:cxn modelId="{DEF52DD3-F868-40F5-B2A2-422CCFC5375B}" type="presParOf" srcId="{13CD9ECD-5BE4-47BB-9538-BF30C412EAEA}" destId="{F31035B4-F1B6-4D10-8CBB-6DB05865ABF3}" srcOrd="0" destOrd="0" presId="urn:microsoft.com/office/officeart/2005/8/layout/hierarchy1"/>
    <dgm:cxn modelId="{82C11D2B-0A18-41BD-BAEF-D74E661FB3BA}" type="presParOf" srcId="{F31035B4-F1B6-4D10-8CBB-6DB05865ABF3}" destId="{7BD2DDF8-BFF7-4E42-A8D8-C2E1EAD256C5}" srcOrd="0" destOrd="0" presId="urn:microsoft.com/office/officeart/2005/8/layout/hierarchy1"/>
    <dgm:cxn modelId="{A7042CA4-2342-485D-ABFB-FA3AEAB9D096}" type="presParOf" srcId="{F31035B4-F1B6-4D10-8CBB-6DB05865ABF3}" destId="{D479A191-B064-47F2-BB81-91B182CD9799}" srcOrd="1" destOrd="0" presId="urn:microsoft.com/office/officeart/2005/8/layout/hierarchy1"/>
    <dgm:cxn modelId="{DC037F99-E9A0-43EC-87A3-185C9A731346}" type="presParOf" srcId="{13CD9ECD-5BE4-47BB-9538-BF30C412EAEA}" destId="{607DD120-CE4E-4A1D-A44E-ED52DA3357FE}" srcOrd="1" destOrd="0" presId="urn:microsoft.com/office/officeart/2005/8/layout/hierarchy1"/>
    <dgm:cxn modelId="{1343BA8C-7F86-417B-9DB7-C4987B5CAF16}" type="presParOf" srcId="{DA963722-7645-4D5E-A355-5AE37A3A6C9A}" destId="{5BE8ED5D-4100-4ECC-BFBD-18574880747B}" srcOrd="1" destOrd="0" presId="urn:microsoft.com/office/officeart/2005/8/layout/hierarchy1"/>
    <dgm:cxn modelId="{87358575-8CA2-415B-8F79-B1EB33C2CDE1}" type="presParOf" srcId="{5BE8ED5D-4100-4ECC-BFBD-18574880747B}" destId="{A21AC2C6-66D8-4BCC-93C4-D8452F30A8C9}" srcOrd="0" destOrd="0" presId="urn:microsoft.com/office/officeart/2005/8/layout/hierarchy1"/>
    <dgm:cxn modelId="{7DC13DAF-6A81-454B-A399-7FCC391EEAAD}" type="presParOf" srcId="{A21AC2C6-66D8-4BCC-93C4-D8452F30A8C9}" destId="{BCC9406F-69D0-4407-A003-A2AD1E23B7A9}" srcOrd="0" destOrd="0" presId="urn:microsoft.com/office/officeart/2005/8/layout/hierarchy1"/>
    <dgm:cxn modelId="{B9914B17-AE05-49F3-87B7-D82D632896C5}" type="presParOf" srcId="{A21AC2C6-66D8-4BCC-93C4-D8452F30A8C9}" destId="{CA483789-D673-4CA4-AE75-0C20D4B8F813}" srcOrd="1" destOrd="0" presId="urn:microsoft.com/office/officeart/2005/8/layout/hierarchy1"/>
    <dgm:cxn modelId="{346E269E-3A3C-42B6-9ABE-BE3EBA7C1DE0}" type="presParOf" srcId="{5BE8ED5D-4100-4ECC-BFBD-18574880747B}" destId="{225249F1-9C57-40FE-987A-D7CE046057E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F11BF1-4ABE-4B88-8A09-2615C6A220F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DF2986D9-FECC-498F-97ED-CCFA5CB8F35C}">
      <dgm:prSet/>
      <dgm:spPr/>
      <dgm:t>
        <a:bodyPr/>
        <a:lstStyle/>
        <a:p>
          <a:r>
            <a:rPr lang="en-US"/>
            <a:t>• Monthly losses reduced by approximately     $159,946 (~75% reduction).</a:t>
          </a:r>
        </a:p>
      </dgm:t>
    </dgm:pt>
    <dgm:pt modelId="{16BA51F5-4675-4470-83AB-1E63ADB94348}" type="parTrans" cxnId="{9C70AEE4-D993-45F4-9321-0F485B14AD51}">
      <dgm:prSet/>
      <dgm:spPr/>
      <dgm:t>
        <a:bodyPr/>
        <a:lstStyle/>
        <a:p>
          <a:endParaRPr lang="en-US"/>
        </a:p>
      </dgm:t>
    </dgm:pt>
    <dgm:pt modelId="{AF2C9503-08CA-4641-A4E1-CAE604A550AD}" type="sibTrans" cxnId="{9C70AEE4-D993-45F4-9321-0F485B14AD51}">
      <dgm:prSet/>
      <dgm:spPr/>
      <dgm:t>
        <a:bodyPr/>
        <a:lstStyle/>
        <a:p>
          <a:endParaRPr lang="en-US"/>
        </a:p>
      </dgm:t>
    </dgm:pt>
    <dgm:pt modelId="{83139A73-E2B4-4C4F-A371-018C06D91195}">
      <dgm:prSet/>
      <dgm:spPr/>
      <dgm:t>
        <a:bodyPr/>
        <a:lstStyle/>
        <a:p>
          <a:r>
            <a:rPr lang="en-US"/>
            <a:t>• Verification cost remains minimal at $1.5 per flagged transaction.</a:t>
          </a:r>
        </a:p>
      </dgm:t>
    </dgm:pt>
    <dgm:pt modelId="{BF56283B-9DAA-4B22-B382-9B73AADF0953}" type="parTrans" cxnId="{DA3B581E-C30D-41D0-8112-E456938A018F}">
      <dgm:prSet/>
      <dgm:spPr/>
      <dgm:t>
        <a:bodyPr/>
        <a:lstStyle/>
        <a:p>
          <a:endParaRPr lang="en-US"/>
        </a:p>
      </dgm:t>
    </dgm:pt>
    <dgm:pt modelId="{946A0A44-4012-41D9-9BC7-C85929F85626}" type="sibTrans" cxnId="{DA3B581E-C30D-41D0-8112-E456938A018F}">
      <dgm:prSet/>
      <dgm:spPr/>
      <dgm:t>
        <a:bodyPr/>
        <a:lstStyle/>
        <a:p>
          <a:endParaRPr lang="en-US"/>
        </a:p>
      </dgm:t>
    </dgm:pt>
    <dgm:pt modelId="{B21E4C53-EEF5-4B1D-85DA-07BCA4AA81DF}">
      <dgm:prSet/>
      <dgm:spPr/>
      <dgm:t>
        <a:bodyPr/>
        <a:lstStyle/>
        <a:p>
          <a:r>
            <a:rPr lang="en-US"/>
            <a:t>• Model improves fraud detection accuracy while  maintaining efficiency.</a:t>
          </a:r>
        </a:p>
      </dgm:t>
    </dgm:pt>
    <dgm:pt modelId="{75D88344-942F-4468-B2E8-04BF3F4C9DEF}" type="parTrans" cxnId="{D58721B4-2E19-4312-AA1E-4D3B5175D3FA}">
      <dgm:prSet/>
      <dgm:spPr/>
      <dgm:t>
        <a:bodyPr/>
        <a:lstStyle/>
        <a:p>
          <a:endParaRPr lang="en-US"/>
        </a:p>
      </dgm:t>
    </dgm:pt>
    <dgm:pt modelId="{77BDFFE1-777B-45CA-9A76-2BDC4F5A936D}" type="sibTrans" cxnId="{D58721B4-2E19-4312-AA1E-4D3B5175D3FA}">
      <dgm:prSet/>
      <dgm:spPr/>
      <dgm:t>
        <a:bodyPr/>
        <a:lstStyle/>
        <a:p>
          <a:endParaRPr lang="en-US"/>
        </a:p>
      </dgm:t>
    </dgm:pt>
    <dgm:pt modelId="{88FE763D-6214-4B48-B9DF-D480FBB6F0BC}">
      <dgm:prSet/>
      <dgm:spPr/>
      <dgm:t>
        <a:bodyPr/>
        <a:lstStyle/>
        <a:p>
          <a:r>
            <a:rPr lang="en-US"/>
            <a:t>• Enhanced customer satisfaction through proactive fraud alerts.</a:t>
          </a:r>
        </a:p>
      </dgm:t>
    </dgm:pt>
    <dgm:pt modelId="{D8690339-BE29-4408-94A8-81FF62F3E422}" type="parTrans" cxnId="{46BC5532-4C40-4C0D-A24E-55A378F13732}">
      <dgm:prSet/>
      <dgm:spPr/>
      <dgm:t>
        <a:bodyPr/>
        <a:lstStyle/>
        <a:p>
          <a:endParaRPr lang="en-US"/>
        </a:p>
      </dgm:t>
    </dgm:pt>
    <dgm:pt modelId="{55FCC9A8-E5B8-45D8-A990-B979839189C1}" type="sibTrans" cxnId="{46BC5532-4C40-4C0D-A24E-55A378F13732}">
      <dgm:prSet/>
      <dgm:spPr/>
      <dgm:t>
        <a:bodyPr/>
        <a:lstStyle/>
        <a:p>
          <a:endParaRPr lang="en-US"/>
        </a:p>
      </dgm:t>
    </dgm:pt>
    <dgm:pt modelId="{856F5F0C-D8CB-409F-B77A-1545E96E2CC0}">
      <dgm:prSet/>
      <dgm:spPr/>
      <dgm:t>
        <a:bodyPr/>
        <a:lstStyle/>
        <a:p>
          <a:r>
            <a:rPr lang="en-US"/>
            <a:t>• Strengthened financial security and brand trust for the bank.</a:t>
          </a:r>
        </a:p>
      </dgm:t>
    </dgm:pt>
    <dgm:pt modelId="{760ECEDD-9672-4E6D-982B-6143DC3E08D4}" type="parTrans" cxnId="{C31A7384-BD9E-4DBC-A3F6-79D837F94CA0}">
      <dgm:prSet/>
      <dgm:spPr/>
      <dgm:t>
        <a:bodyPr/>
        <a:lstStyle/>
        <a:p>
          <a:endParaRPr lang="en-US"/>
        </a:p>
      </dgm:t>
    </dgm:pt>
    <dgm:pt modelId="{C20CB788-69F3-44E1-AE19-0A32011E8919}" type="sibTrans" cxnId="{C31A7384-BD9E-4DBC-A3F6-79D837F94CA0}">
      <dgm:prSet/>
      <dgm:spPr/>
      <dgm:t>
        <a:bodyPr/>
        <a:lstStyle/>
        <a:p>
          <a:endParaRPr lang="en-US"/>
        </a:p>
      </dgm:t>
    </dgm:pt>
    <dgm:pt modelId="{DDA4582E-0AFB-4978-BDAD-08A99D276E07}" type="pres">
      <dgm:prSet presAssocID="{3DF11BF1-4ABE-4B88-8A09-2615C6A220F2}" presName="root" presStyleCnt="0">
        <dgm:presLayoutVars>
          <dgm:dir/>
          <dgm:resizeHandles val="exact"/>
        </dgm:presLayoutVars>
      </dgm:prSet>
      <dgm:spPr/>
    </dgm:pt>
    <dgm:pt modelId="{AC6B4A2E-AA6C-41C0-8A8A-4F603969CDBA}" type="pres">
      <dgm:prSet presAssocID="{3DF11BF1-4ABE-4B88-8A09-2615C6A220F2}" presName="container" presStyleCnt="0">
        <dgm:presLayoutVars>
          <dgm:dir/>
          <dgm:resizeHandles val="exact"/>
        </dgm:presLayoutVars>
      </dgm:prSet>
      <dgm:spPr/>
    </dgm:pt>
    <dgm:pt modelId="{99CBB43F-9725-48BE-B735-9A5F997A7A77}" type="pres">
      <dgm:prSet presAssocID="{DF2986D9-FECC-498F-97ED-CCFA5CB8F35C}" presName="compNode" presStyleCnt="0"/>
      <dgm:spPr/>
    </dgm:pt>
    <dgm:pt modelId="{D3831894-BA2E-43FC-BD2B-D184890354A0}" type="pres">
      <dgm:prSet presAssocID="{DF2986D9-FECC-498F-97ED-CCFA5CB8F35C}" presName="iconBgRect" presStyleLbl="bgShp" presStyleIdx="0" presStyleCnt="5"/>
      <dgm:spPr/>
    </dgm:pt>
    <dgm:pt modelId="{53941135-D830-4EC9-BF6E-08C9F618017B}" type="pres">
      <dgm:prSet presAssocID="{DF2986D9-FECC-498F-97ED-CCFA5CB8F35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82EF9572-B731-44F9-95E8-D67ACD6C4C14}" type="pres">
      <dgm:prSet presAssocID="{DF2986D9-FECC-498F-97ED-CCFA5CB8F35C}" presName="spaceRect" presStyleCnt="0"/>
      <dgm:spPr/>
    </dgm:pt>
    <dgm:pt modelId="{240E7F89-F447-4D8A-9C34-4C2D1536A6E3}" type="pres">
      <dgm:prSet presAssocID="{DF2986D9-FECC-498F-97ED-CCFA5CB8F35C}" presName="textRect" presStyleLbl="revTx" presStyleIdx="0" presStyleCnt="5">
        <dgm:presLayoutVars>
          <dgm:chMax val="1"/>
          <dgm:chPref val="1"/>
        </dgm:presLayoutVars>
      </dgm:prSet>
      <dgm:spPr/>
    </dgm:pt>
    <dgm:pt modelId="{B3385875-965D-4F37-9F4A-00144CC44956}" type="pres">
      <dgm:prSet presAssocID="{AF2C9503-08CA-4641-A4E1-CAE604A550AD}" presName="sibTrans" presStyleLbl="sibTrans2D1" presStyleIdx="0" presStyleCnt="0"/>
      <dgm:spPr/>
    </dgm:pt>
    <dgm:pt modelId="{5EC6CF81-96EB-4F90-86DA-503C287E497C}" type="pres">
      <dgm:prSet presAssocID="{83139A73-E2B4-4C4F-A371-018C06D91195}" presName="compNode" presStyleCnt="0"/>
      <dgm:spPr/>
    </dgm:pt>
    <dgm:pt modelId="{01445BA9-707B-4334-AB2A-F0882D8AB8AB}" type="pres">
      <dgm:prSet presAssocID="{83139A73-E2B4-4C4F-A371-018C06D91195}" presName="iconBgRect" presStyleLbl="bgShp" presStyleIdx="1" presStyleCnt="5"/>
      <dgm:spPr/>
    </dgm:pt>
    <dgm:pt modelId="{1B1127B5-3D61-4029-A603-50FFC6424B7A}" type="pres">
      <dgm:prSet presAssocID="{83139A73-E2B4-4C4F-A371-018C06D9119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60CCD6F0-2795-42E6-8BB3-BE26646D39F6}" type="pres">
      <dgm:prSet presAssocID="{83139A73-E2B4-4C4F-A371-018C06D91195}" presName="spaceRect" presStyleCnt="0"/>
      <dgm:spPr/>
    </dgm:pt>
    <dgm:pt modelId="{8092398A-9685-4764-8B9E-DE25F41B9E41}" type="pres">
      <dgm:prSet presAssocID="{83139A73-E2B4-4C4F-A371-018C06D91195}" presName="textRect" presStyleLbl="revTx" presStyleIdx="1" presStyleCnt="5">
        <dgm:presLayoutVars>
          <dgm:chMax val="1"/>
          <dgm:chPref val="1"/>
        </dgm:presLayoutVars>
      </dgm:prSet>
      <dgm:spPr/>
    </dgm:pt>
    <dgm:pt modelId="{B4E517A3-00D8-4683-AF61-152AA7658E68}" type="pres">
      <dgm:prSet presAssocID="{946A0A44-4012-41D9-9BC7-C85929F85626}" presName="sibTrans" presStyleLbl="sibTrans2D1" presStyleIdx="0" presStyleCnt="0"/>
      <dgm:spPr/>
    </dgm:pt>
    <dgm:pt modelId="{022865AF-915D-47DF-9E09-5ACE101B2615}" type="pres">
      <dgm:prSet presAssocID="{B21E4C53-EEF5-4B1D-85DA-07BCA4AA81DF}" presName="compNode" presStyleCnt="0"/>
      <dgm:spPr/>
    </dgm:pt>
    <dgm:pt modelId="{7AE83608-3FE0-409F-875B-840ED5470E54}" type="pres">
      <dgm:prSet presAssocID="{B21E4C53-EEF5-4B1D-85DA-07BCA4AA81DF}" presName="iconBgRect" presStyleLbl="bgShp" presStyleIdx="2" presStyleCnt="5"/>
      <dgm:spPr/>
    </dgm:pt>
    <dgm:pt modelId="{EF3F0E5A-08B2-41CF-A612-53C403B92697}" type="pres">
      <dgm:prSet presAssocID="{B21E4C53-EEF5-4B1D-85DA-07BCA4AA81D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038931D-D415-426D-B26D-E47AAA30E078}" type="pres">
      <dgm:prSet presAssocID="{B21E4C53-EEF5-4B1D-85DA-07BCA4AA81DF}" presName="spaceRect" presStyleCnt="0"/>
      <dgm:spPr/>
    </dgm:pt>
    <dgm:pt modelId="{182E510E-632F-4F9A-BC62-27A812059CB1}" type="pres">
      <dgm:prSet presAssocID="{B21E4C53-EEF5-4B1D-85DA-07BCA4AA81DF}" presName="textRect" presStyleLbl="revTx" presStyleIdx="2" presStyleCnt="5">
        <dgm:presLayoutVars>
          <dgm:chMax val="1"/>
          <dgm:chPref val="1"/>
        </dgm:presLayoutVars>
      </dgm:prSet>
      <dgm:spPr/>
    </dgm:pt>
    <dgm:pt modelId="{66C1041C-335F-4883-A8D9-55537A8B316F}" type="pres">
      <dgm:prSet presAssocID="{77BDFFE1-777B-45CA-9A76-2BDC4F5A936D}" presName="sibTrans" presStyleLbl="sibTrans2D1" presStyleIdx="0" presStyleCnt="0"/>
      <dgm:spPr/>
    </dgm:pt>
    <dgm:pt modelId="{0DD5F723-D419-4C50-BD27-5397ED614726}" type="pres">
      <dgm:prSet presAssocID="{88FE763D-6214-4B48-B9DF-D480FBB6F0BC}" presName="compNode" presStyleCnt="0"/>
      <dgm:spPr/>
    </dgm:pt>
    <dgm:pt modelId="{509C5673-6AF1-43BD-A7AD-003097CB68B1}" type="pres">
      <dgm:prSet presAssocID="{88FE763D-6214-4B48-B9DF-D480FBB6F0BC}" presName="iconBgRect" presStyleLbl="bgShp" presStyleIdx="3" presStyleCnt="5"/>
      <dgm:spPr/>
    </dgm:pt>
    <dgm:pt modelId="{DB17E13C-D7A3-482B-B39F-DF38D7711774}" type="pres">
      <dgm:prSet presAssocID="{88FE763D-6214-4B48-B9DF-D480FBB6F0B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A89EB14F-888E-48CE-B982-0786E7F97FC4}" type="pres">
      <dgm:prSet presAssocID="{88FE763D-6214-4B48-B9DF-D480FBB6F0BC}" presName="spaceRect" presStyleCnt="0"/>
      <dgm:spPr/>
    </dgm:pt>
    <dgm:pt modelId="{EC286092-50A4-4961-8379-26D74FCB0903}" type="pres">
      <dgm:prSet presAssocID="{88FE763D-6214-4B48-B9DF-D480FBB6F0BC}" presName="textRect" presStyleLbl="revTx" presStyleIdx="3" presStyleCnt="5">
        <dgm:presLayoutVars>
          <dgm:chMax val="1"/>
          <dgm:chPref val="1"/>
        </dgm:presLayoutVars>
      </dgm:prSet>
      <dgm:spPr/>
    </dgm:pt>
    <dgm:pt modelId="{006BB6F1-DB54-4C4D-ACFE-FA221AD19553}" type="pres">
      <dgm:prSet presAssocID="{55FCC9A8-E5B8-45D8-A990-B979839189C1}" presName="sibTrans" presStyleLbl="sibTrans2D1" presStyleIdx="0" presStyleCnt="0"/>
      <dgm:spPr/>
    </dgm:pt>
    <dgm:pt modelId="{38CAADF9-A565-4191-A434-9E4177404ED7}" type="pres">
      <dgm:prSet presAssocID="{856F5F0C-D8CB-409F-B77A-1545E96E2CC0}" presName="compNode" presStyleCnt="0"/>
      <dgm:spPr/>
    </dgm:pt>
    <dgm:pt modelId="{CF9124B7-E678-4984-B9EF-02B5625C2A51}" type="pres">
      <dgm:prSet presAssocID="{856F5F0C-D8CB-409F-B77A-1545E96E2CC0}" presName="iconBgRect" presStyleLbl="bgShp" presStyleIdx="4" presStyleCnt="5"/>
      <dgm:spPr/>
    </dgm:pt>
    <dgm:pt modelId="{C50C0170-352F-4122-907D-EF5190A841A2}" type="pres">
      <dgm:prSet presAssocID="{856F5F0C-D8CB-409F-B77A-1545E96E2CC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E0916E0-FB32-4B59-B365-B5E5BADFD3D7}" type="pres">
      <dgm:prSet presAssocID="{856F5F0C-D8CB-409F-B77A-1545E96E2CC0}" presName="spaceRect" presStyleCnt="0"/>
      <dgm:spPr/>
    </dgm:pt>
    <dgm:pt modelId="{B57AEC5D-0D9A-42BA-B99C-42E44ECEA424}" type="pres">
      <dgm:prSet presAssocID="{856F5F0C-D8CB-409F-B77A-1545E96E2CC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342A109-0588-4822-B856-521493671EFF}" type="presOf" srcId="{88FE763D-6214-4B48-B9DF-D480FBB6F0BC}" destId="{EC286092-50A4-4961-8379-26D74FCB0903}" srcOrd="0" destOrd="0" presId="urn:microsoft.com/office/officeart/2018/2/layout/IconCircleList"/>
    <dgm:cxn modelId="{D120C214-E077-466B-BC9C-F1F472E4EDEF}" type="presOf" srcId="{DF2986D9-FECC-498F-97ED-CCFA5CB8F35C}" destId="{240E7F89-F447-4D8A-9C34-4C2D1536A6E3}" srcOrd="0" destOrd="0" presId="urn:microsoft.com/office/officeart/2018/2/layout/IconCircleList"/>
    <dgm:cxn modelId="{DA3B581E-C30D-41D0-8112-E456938A018F}" srcId="{3DF11BF1-4ABE-4B88-8A09-2615C6A220F2}" destId="{83139A73-E2B4-4C4F-A371-018C06D91195}" srcOrd="1" destOrd="0" parTransId="{BF56283B-9DAA-4B22-B382-9B73AADF0953}" sibTransId="{946A0A44-4012-41D9-9BC7-C85929F85626}"/>
    <dgm:cxn modelId="{14DF7930-D547-4441-ABE6-E7CACC368214}" type="presOf" srcId="{55FCC9A8-E5B8-45D8-A990-B979839189C1}" destId="{006BB6F1-DB54-4C4D-ACFE-FA221AD19553}" srcOrd="0" destOrd="0" presId="urn:microsoft.com/office/officeart/2018/2/layout/IconCircleList"/>
    <dgm:cxn modelId="{46BC5532-4C40-4C0D-A24E-55A378F13732}" srcId="{3DF11BF1-4ABE-4B88-8A09-2615C6A220F2}" destId="{88FE763D-6214-4B48-B9DF-D480FBB6F0BC}" srcOrd="3" destOrd="0" parTransId="{D8690339-BE29-4408-94A8-81FF62F3E422}" sibTransId="{55FCC9A8-E5B8-45D8-A990-B979839189C1}"/>
    <dgm:cxn modelId="{4317FE39-52CA-4AF8-A643-90BFE55CBAF2}" type="presOf" srcId="{77BDFFE1-777B-45CA-9A76-2BDC4F5A936D}" destId="{66C1041C-335F-4883-A8D9-55537A8B316F}" srcOrd="0" destOrd="0" presId="urn:microsoft.com/office/officeart/2018/2/layout/IconCircleList"/>
    <dgm:cxn modelId="{D3B8DF40-7E48-40BA-9DA0-5515F2D5136D}" type="presOf" srcId="{83139A73-E2B4-4C4F-A371-018C06D91195}" destId="{8092398A-9685-4764-8B9E-DE25F41B9E41}" srcOrd="0" destOrd="0" presId="urn:microsoft.com/office/officeart/2018/2/layout/IconCircleList"/>
    <dgm:cxn modelId="{7DED096B-9A6D-44DF-8995-84D11392A581}" type="presOf" srcId="{B21E4C53-EEF5-4B1D-85DA-07BCA4AA81DF}" destId="{182E510E-632F-4F9A-BC62-27A812059CB1}" srcOrd="0" destOrd="0" presId="urn:microsoft.com/office/officeart/2018/2/layout/IconCircleList"/>
    <dgm:cxn modelId="{6B171F6E-5723-4CD4-B5B1-4470FF44559F}" type="presOf" srcId="{3DF11BF1-4ABE-4B88-8A09-2615C6A220F2}" destId="{DDA4582E-0AFB-4978-BDAD-08A99D276E07}" srcOrd="0" destOrd="0" presId="urn:microsoft.com/office/officeart/2018/2/layout/IconCircleList"/>
    <dgm:cxn modelId="{DD45306E-F63F-47F5-90D1-361D6D8EA579}" type="presOf" srcId="{856F5F0C-D8CB-409F-B77A-1545E96E2CC0}" destId="{B57AEC5D-0D9A-42BA-B99C-42E44ECEA424}" srcOrd="0" destOrd="0" presId="urn:microsoft.com/office/officeart/2018/2/layout/IconCircleList"/>
    <dgm:cxn modelId="{C31A7384-BD9E-4DBC-A3F6-79D837F94CA0}" srcId="{3DF11BF1-4ABE-4B88-8A09-2615C6A220F2}" destId="{856F5F0C-D8CB-409F-B77A-1545E96E2CC0}" srcOrd="4" destOrd="0" parTransId="{760ECEDD-9672-4E6D-982B-6143DC3E08D4}" sibTransId="{C20CB788-69F3-44E1-AE19-0A32011E8919}"/>
    <dgm:cxn modelId="{2F3A28AC-AE0A-468D-973B-E7AC5F68124B}" type="presOf" srcId="{946A0A44-4012-41D9-9BC7-C85929F85626}" destId="{B4E517A3-00D8-4683-AF61-152AA7658E68}" srcOrd="0" destOrd="0" presId="urn:microsoft.com/office/officeart/2018/2/layout/IconCircleList"/>
    <dgm:cxn modelId="{D58721B4-2E19-4312-AA1E-4D3B5175D3FA}" srcId="{3DF11BF1-4ABE-4B88-8A09-2615C6A220F2}" destId="{B21E4C53-EEF5-4B1D-85DA-07BCA4AA81DF}" srcOrd="2" destOrd="0" parTransId="{75D88344-942F-4468-B2E8-04BF3F4C9DEF}" sibTransId="{77BDFFE1-777B-45CA-9A76-2BDC4F5A936D}"/>
    <dgm:cxn modelId="{9C70AEE4-D993-45F4-9321-0F485B14AD51}" srcId="{3DF11BF1-4ABE-4B88-8A09-2615C6A220F2}" destId="{DF2986D9-FECC-498F-97ED-CCFA5CB8F35C}" srcOrd="0" destOrd="0" parTransId="{16BA51F5-4675-4470-83AB-1E63ADB94348}" sibTransId="{AF2C9503-08CA-4641-A4E1-CAE604A550AD}"/>
    <dgm:cxn modelId="{6366F9FB-391A-44BA-A9E6-979CC93E01D1}" type="presOf" srcId="{AF2C9503-08CA-4641-A4E1-CAE604A550AD}" destId="{B3385875-965D-4F37-9F4A-00144CC44956}" srcOrd="0" destOrd="0" presId="urn:microsoft.com/office/officeart/2018/2/layout/IconCircleList"/>
    <dgm:cxn modelId="{D49E524E-AF18-42B6-B617-38EC69062D28}" type="presParOf" srcId="{DDA4582E-0AFB-4978-BDAD-08A99D276E07}" destId="{AC6B4A2E-AA6C-41C0-8A8A-4F603969CDBA}" srcOrd="0" destOrd="0" presId="urn:microsoft.com/office/officeart/2018/2/layout/IconCircleList"/>
    <dgm:cxn modelId="{7080A98E-E6D1-4161-B17B-757A78D44B4A}" type="presParOf" srcId="{AC6B4A2E-AA6C-41C0-8A8A-4F603969CDBA}" destId="{99CBB43F-9725-48BE-B735-9A5F997A7A77}" srcOrd="0" destOrd="0" presId="urn:microsoft.com/office/officeart/2018/2/layout/IconCircleList"/>
    <dgm:cxn modelId="{58FBDD88-2F4E-4E21-81D8-E1C94301CEA5}" type="presParOf" srcId="{99CBB43F-9725-48BE-B735-9A5F997A7A77}" destId="{D3831894-BA2E-43FC-BD2B-D184890354A0}" srcOrd="0" destOrd="0" presId="urn:microsoft.com/office/officeart/2018/2/layout/IconCircleList"/>
    <dgm:cxn modelId="{47FE9D6B-F6DA-4322-A182-0C94B9934396}" type="presParOf" srcId="{99CBB43F-9725-48BE-B735-9A5F997A7A77}" destId="{53941135-D830-4EC9-BF6E-08C9F618017B}" srcOrd="1" destOrd="0" presId="urn:microsoft.com/office/officeart/2018/2/layout/IconCircleList"/>
    <dgm:cxn modelId="{104CEE94-E436-479C-9DA1-22D7B32E32D5}" type="presParOf" srcId="{99CBB43F-9725-48BE-B735-9A5F997A7A77}" destId="{82EF9572-B731-44F9-95E8-D67ACD6C4C14}" srcOrd="2" destOrd="0" presId="urn:microsoft.com/office/officeart/2018/2/layout/IconCircleList"/>
    <dgm:cxn modelId="{CEAD360E-9AF2-4DCF-9EA8-DCEA2C027E3F}" type="presParOf" srcId="{99CBB43F-9725-48BE-B735-9A5F997A7A77}" destId="{240E7F89-F447-4D8A-9C34-4C2D1536A6E3}" srcOrd="3" destOrd="0" presId="urn:microsoft.com/office/officeart/2018/2/layout/IconCircleList"/>
    <dgm:cxn modelId="{C6B998FD-F0ED-4C5E-8C15-D54AE8D4DB6D}" type="presParOf" srcId="{AC6B4A2E-AA6C-41C0-8A8A-4F603969CDBA}" destId="{B3385875-965D-4F37-9F4A-00144CC44956}" srcOrd="1" destOrd="0" presId="urn:microsoft.com/office/officeart/2018/2/layout/IconCircleList"/>
    <dgm:cxn modelId="{3955B9FE-A942-4D50-85C4-0DB0BBA847AD}" type="presParOf" srcId="{AC6B4A2E-AA6C-41C0-8A8A-4F603969CDBA}" destId="{5EC6CF81-96EB-4F90-86DA-503C287E497C}" srcOrd="2" destOrd="0" presId="urn:microsoft.com/office/officeart/2018/2/layout/IconCircleList"/>
    <dgm:cxn modelId="{3CE958F5-7F15-4368-92DF-9214FB4889B0}" type="presParOf" srcId="{5EC6CF81-96EB-4F90-86DA-503C287E497C}" destId="{01445BA9-707B-4334-AB2A-F0882D8AB8AB}" srcOrd="0" destOrd="0" presId="urn:microsoft.com/office/officeart/2018/2/layout/IconCircleList"/>
    <dgm:cxn modelId="{2B0CBE3F-090D-4FCF-9F5A-BD61ABC1C5C1}" type="presParOf" srcId="{5EC6CF81-96EB-4F90-86DA-503C287E497C}" destId="{1B1127B5-3D61-4029-A603-50FFC6424B7A}" srcOrd="1" destOrd="0" presId="urn:microsoft.com/office/officeart/2018/2/layout/IconCircleList"/>
    <dgm:cxn modelId="{E16228EE-A1BB-4238-9324-5B4479D48734}" type="presParOf" srcId="{5EC6CF81-96EB-4F90-86DA-503C287E497C}" destId="{60CCD6F0-2795-42E6-8BB3-BE26646D39F6}" srcOrd="2" destOrd="0" presId="urn:microsoft.com/office/officeart/2018/2/layout/IconCircleList"/>
    <dgm:cxn modelId="{2D68469B-400A-4342-BA01-DC8E3AA9F280}" type="presParOf" srcId="{5EC6CF81-96EB-4F90-86DA-503C287E497C}" destId="{8092398A-9685-4764-8B9E-DE25F41B9E41}" srcOrd="3" destOrd="0" presId="urn:microsoft.com/office/officeart/2018/2/layout/IconCircleList"/>
    <dgm:cxn modelId="{315BDD88-1B3E-41DE-9BE1-C2A4A21E6451}" type="presParOf" srcId="{AC6B4A2E-AA6C-41C0-8A8A-4F603969CDBA}" destId="{B4E517A3-00D8-4683-AF61-152AA7658E68}" srcOrd="3" destOrd="0" presId="urn:microsoft.com/office/officeart/2018/2/layout/IconCircleList"/>
    <dgm:cxn modelId="{E5B776B5-F09A-4A1E-B2D4-48CE449CE9E4}" type="presParOf" srcId="{AC6B4A2E-AA6C-41C0-8A8A-4F603969CDBA}" destId="{022865AF-915D-47DF-9E09-5ACE101B2615}" srcOrd="4" destOrd="0" presId="urn:microsoft.com/office/officeart/2018/2/layout/IconCircleList"/>
    <dgm:cxn modelId="{FF91CB85-99AC-4591-B4DB-0A4E2DCD5C44}" type="presParOf" srcId="{022865AF-915D-47DF-9E09-5ACE101B2615}" destId="{7AE83608-3FE0-409F-875B-840ED5470E54}" srcOrd="0" destOrd="0" presId="urn:microsoft.com/office/officeart/2018/2/layout/IconCircleList"/>
    <dgm:cxn modelId="{2201B62F-5E6E-4C75-A459-F725ABB21A3E}" type="presParOf" srcId="{022865AF-915D-47DF-9E09-5ACE101B2615}" destId="{EF3F0E5A-08B2-41CF-A612-53C403B92697}" srcOrd="1" destOrd="0" presId="urn:microsoft.com/office/officeart/2018/2/layout/IconCircleList"/>
    <dgm:cxn modelId="{C5BD39D8-E632-4C8B-8652-C81F26D241DA}" type="presParOf" srcId="{022865AF-915D-47DF-9E09-5ACE101B2615}" destId="{B038931D-D415-426D-B26D-E47AAA30E078}" srcOrd="2" destOrd="0" presId="urn:microsoft.com/office/officeart/2018/2/layout/IconCircleList"/>
    <dgm:cxn modelId="{4B907795-99BF-4971-995F-869D8A641C4A}" type="presParOf" srcId="{022865AF-915D-47DF-9E09-5ACE101B2615}" destId="{182E510E-632F-4F9A-BC62-27A812059CB1}" srcOrd="3" destOrd="0" presId="urn:microsoft.com/office/officeart/2018/2/layout/IconCircleList"/>
    <dgm:cxn modelId="{1AB6F4D1-142F-4411-82CD-FFC8D7C5D4DE}" type="presParOf" srcId="{AC6B4A2E-AA6C-41C0-8A8A-4F603969CDBA}" destId="{66C1041C-335F-4883-A8D9-55537A8B316F}" srcOrd="5" destOrd="0" presId="urn:microsoft.com/office/officeart/2018/2/layout/IconCircleList"/>
    <dgm:cxn modelId="{18AEDAF3-5746-4AA5-B946-8098A664018A}" type="presParOf" srcId="{AC6B4A2E-AA6C-41C0-8A8A-4F603969CDBA}" destId="{0DD5F723-D419-4C50-BD27-5397ED614726}" srcOrd="6" destOrd="0" presId="urn:microsoft.com/office/officeart/2018/2/layout/IconCircleList"/>
    <dgm:cxn modelId="{C00B89A1-5C52-4EB9-A232-2AE679426028}" type="presParOf" srcId="{0DD5F723-D419-4C50-BD27-5397ED614726}" destId="{509C5673-6AF1-43BD-A7AD-003097CB68B1}" srcOrd="0" destOrd="0" presId="urn:microsoft.com/office/officeart/2018/2/layout/IconCircleList"/>
    <dgm:cxn modelId="{97897A7B-553C-4F4D-BA9D-E535BA890D11}" type="presParOf" srcId="{0DD5F723-D419-4C50-BD27-5397ED614726}" destId="{DB17E13C-D7A3-482B-B39F-DF38D7711774}" srcOrd="1" destOrd="0" presId="urn:microsoft.com/office/officeart/2018/2/layout/IconCircleList"/>
    <dgm:cxn modelId="{4FA1FE2E-C2AC-47E8-AEC7-FEFBCE4D2722}" type="presParOf" srcId="{0DD5F723-D419-4C50-BD27-5397ED614726}" destId="{A89EB14F-888E-48CE-B982-0786E7F97FC4}" srcOrd="2" destOrd="0" presId="urn:microsoft.com/office/officeart/2018/2/layout/IconCircleList"/>
    <dgm:cxn modelId="{61D60020-9D05-40C0-BF82-EE82C4236172}" type="presParOf" srcId="{0DD5F723-D419-4C50-BD27-5397ED614726}" destId="{EC286092-50A4-4961-8379-26D74FCB0903}" srcOrd="3" destOrd="0" presId="urn:microsoft.com/office/officeart/2018/2/layout/IconCircleList"/>
    <dgm:cxn modelId="{339EB42D-F9EA-4F46-8FA2-3EF9D090527D}" type="presParOf" srcId="{AC6B4A2E-AA6C-41C0-8A8A-4F603969CDBA}" destId="{006BB6F1-DB54-4C4D-ACFE-FA221AD19553}" srcOrd="7" destOrd="0" presId="urn:microsoft.com/office/officeart/2018/2/layout/IconCircleList"/>
    <dgm:cxn modelId="{5AD09F04-1E79-43BE-BCBD-49122EF7AE9E}" type="presParOf" srcId="{AC6B4A2E-AA6C-41C0-8A8A-4F603969CDBA}" destId="{38CAADF9-A565-4191-A434-9E4177404ED7}" srcOrd="8" destOrd="0" presId="urn:microsoft.com/office/officeart/2018/2/layout/IconCircleList"/>
    <dgm:cxn modelId="{01CB9142-C1C5-4642-BC71-4AB0B3ED8091}" type="presParOf" srcId="{38CAADF9-A565-4191-A434-9E4177404ED7}" destId="{CF9124B7-E678-4984-B9EF-02B5625C2A51}" srcOrd="0" destOrd="0" presId="urn:microsoft.com/office/officeart/2018/2/layout/IconCircleList"/>
    <dgm:cxn modelId="{DEE07486-FDC0-431F-9FF0-C35E81657BD7}" type="presParOf" srcId="{38CAADF9-A565-4191-A434-9E4177404ED7}" destId="{C50C0170-352F-4122-907D-EF5190A841A2}" srcOrd="1" destOrd="0" presId="urn:microsoft.com/office/officeart/2018/2/layout/IconCircleList"/>
    <dgm:cxn modelId="{FB8B2AAB-CA4C-408A-B7C6-BF7ED289CC19}" type="presParOf" srcId="{38CAADF9-A565-4191-A434-9E4177404ED7}" destId="{BE0916E0-FB32-4B59-B365-B5E5BADFD3D7}" srcOrd="2" destOrd="0" presId="urn:microsoft.com/office/officeart/2018/2/layout/IconCircleList"/>
    <dgm:cxn modelId="{9F88221F-EAAF-47A4-8B7E-A8313FE8E35A}" type="presParOf" srcId="{38CAADF9-A565-4191-A434-9E4177404ED7}" destId="{B57AEC5D-0D9A-42BA-B99C-42E44ECEA42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2BFA-6D9C-420B-A993-EFAB838520B1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FCADC-15E4-4C9A-8C65-415D6F5E887A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evaluate the financial impact of deploying a credit card fraud detection model.</a:t>
          </a:r>
        </a:p>
      </dsp:txBody>
      <dsp:txXfrm>
        <a:off x="85060" y="2776702"/>
        <a:ext cx="3690000" cy="720000"/>
      </dsp:txXfrm>
    </dsp:sp>
    <dsp:sp modelId="{9F454B5F-37F5-48B7-BB97-177C54E1FBD3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1BA96-444F-4AEA-A8EA-3FDC2F119160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model aims to reduce losses from fraudulent transactions while minimizing operational costs.</a:t>
          </a:r>
        </a:p>
      </dsp:txBody>
      <dsp:txXfrm>
        <a:off x="4420810" y="2776702"/>
        <a:ext cx="369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2DDF8-BFF7-4E42-A8D8-C2E1EAD256C5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9A191-B064-47F2-BB81-91B182CD979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Before deployment, the bank reimbursed customers for every fraudulent transaction, resulting in substantial financial losses.</a:t>
          </a:r>
        </a:p>
      </dsp:txBody>
      <dsp:txXfrm>
        <a:off x="456496" y="980400"/>
        <a:ext cx="3381034" cy="2099279"/>
      </dsp:txXfrm>
    </dsp:sp>
    <dsp:sp modelId="{BCC9406F-69D0-4407-A003-A2AD1E23B7A9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83789-D673-4CA4-AE75-0C20D4B8F813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After model deployment, transactions predicted as fraudulent undergo a second authentication via SMS and customer support, costing $1.5 per flagged transaction.</a:t>
          </a:r>
        </a:p>
      </dsp:txBody>
      <dsp:txXfrm>
        <a:off x="4748523" y="980400"/>
        <a:ext cx="3381034" cy="2099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31894-BA2E-43FC-BD2B-D184890354A0}">
      <dsp:nvSpPr>
        <dsp:cNvPr id="0" name=""/>
        <dsp:cNvSpPr/>
      </dsp:nvSpPr>
      <dsp:spPr>
        <a:xfrm>
          <a:off x="71008" y="238375"/>
          <a:ext cx="656230" cy="656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41135-D830-4EC9-BF6E-08C9F618017B}">
      <dsp:nvSpPr>
        <dsp:cNvPr id="0" name=""/>
        <dsp:cNvSpPr/>
      </dsp:nvSpPr>
      <dsp:spPr>
        <a:xfrm>
          <a:off x="208817" y="376183"/>
          <a:ext cx="380613" cy="380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E7F89-F447-4D8A-9C34-4C2D1536A6E3}">
      <dsp:nvSpPr>
        <dsp:cNvPr id="0" name=""/>
        <dsp:cNvSpPr/>
      </dsp:nvSpPr>
      <dsp:spPr>
        <a:xfrm>
          <a:off x="867860" y="238375"/>
          <a:ext cx="1546829" cy="65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Monthly losses reduced by approximately     $159,946 (~75% reduction).</a:t>
          </a:r>
        </a:p>
      </dsp:txBody>
      <dsp:txXfrm>
        <a:off x="867860" y="238375"/>
        <a:ext cx="1546829" cy="656230"/>
      </dsp:txXfrm>
    </dsp:sp>
    <dsp:sp modelId="{01445BA9-707B-4334-AB2A-F0882D8AB8AB}">
      <dsp:nvSpPr>
        <dsp:cNvPr id="0" name=""/>
        <dsp:cNvSpPr/>
      </dsp:nvSpPr>
      <dsp:spPr>
        <a:xfrm>
          <a:off x="2684213" y="238375"/>
          <a:ext cx="656230" cy="656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127B5-3D61-4029-A603-50FFC6424B7A}">
      <dsp:nvSpPr>
        <dsp:cNvPr id="0" name=""/>
        <dsp:cNvSpPr/>
      </dsp:nvSpPr>
      <dsp:spPr>
        <a:xfrm>
          <a:off x="2822022" y="376183"/>
          <a:ext cx="380613" cy="380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2398A-9685-4764-8B9E-DE25F41B9E41}">
      <dsp:nvSpPr>
        <dsp:cNvPr id="0" name=""/>
        <dsp:cNvSpPr/>
      </dsp:nvSpPr>
      <dsp:spPr>
        <a:xfrm>
          <a:off x="3481065" y="238375"/>
          <a:ext cx="1546829" cy="65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Verification cost remains minimal at $1.5 per flagged transaction.</a:t>
          </a:r>
        </a:p>
      </dsp:txBody>
      <dsp:txXfrm>
        <a:off x="3481065" y="238375"/>
        <a:ext cx="1546829" cy="656230"/>
      </dsp:txXfrm>
    </dsp:sp>
    <dsp:sp modelId="{7AE83608-3FE0-409F-875B-840ED5470E54}">
      <dsp:nvSpPr>
        <dsp:cNvPr id="0" name=""/>
        <dsp:cNvSpPr/>
      </dsp:nvSpPr>
      <dsp:spPr>
        <a:xfrm>
          <a:off x="71008" y="1524493"/>
          <a:ext cx="656230" cy="656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F0E5A-08B2-41CF-A612-53C403B92697}">
      <dsp:nvSpPr>
        <dsp:cNvPr id="0" name=""/>
        <dsp:cNvSpPr/>
      </dsp:nvSpPr>
      <dsp:spPr>
        <a:xfrm>
          <a:off x="208817" y="1662301"/>
          <a:ext cx="380613" cy="380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E510E-632F-4F9A-BC62-27A812059CB1}">
      <dsp:nvSpPr>
        <dsp:cNvPr id="0" name=""/>
        <dsp:cNvSpPr/>
      </dsp:nvSpPr>
      <dsp:spPr>
        <a:xfrm>
          <a:off x="867860" y="1524493"/>
          <a:ext cx="1546829" cy="65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Model improves fraud detection accuracy while  maintaining efficiency.</a:t>
          </a:r>
        </a:p>
      </dsp:txBody>
      <dsp:txXfrm>
        <a:off x="867860" y="1524493"/>
        <a:ext cx="1546829" cy="656230"/>
      </dsp:txXfrm>
    </dsp:sp>
    <dsp:sp modelId="{509C5673-6AF1-43BD-A7AD-003097CB68B1}">
      <dsp:nvSpPr>
        <dsp:cNvPr id="0" name=""/>
        <dsp:cNvSpPr/>
      </dsp:nvSpPr>
      <dsp:spPr>
        <a:xfrm>
          <a:off x="2684213" y="1524493"/>
          <a:ext cx="656230" cy="656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17E13C-D7A3-482B-B39F-DF38D7711774}">
      <dsp:nvSpPr>
        <dsp:cNvPr id="0" name=""/>
        <dsp:cNvSpPr/>
      </dsp:nvSpPr>
      <dsp:spPr>
        <a:xfrm>
          <a:off x="2822022" y="1662301"/>
          <a:ext cx="380613" cy="3806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86092-50A4-4961-8379-26D74FCB0903}">
      <dsp:nvSpPr>
        <dsp:cNvPr id="0" name=""/>
        <dsp:cNvSpPr/>
      </dsp:nvSpPr>
      <dsp:spPr>
        <a:xfrm>
          <a:off x="3481065" y="1524493"/>
          <a:ext cx="1546829" cy="65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Enhanced customer satisfaction through proactive fraud alerts.</a:t>
          </a:r>
        </a:p>
      </dsp:txBody>
      <dsp:txXfrm>
        <a:off x="3481065" y="1524493"/>
        <a:ext cx="1546829" cy="656230"/>
      </dsp:txXfrm>
    </dsp:sp>
    <dsp:sp modelId="{CF9124B7-E678-4984-B9EF-02B5625C2A51}">
      <dsp:nvSpPr>
        <dsp:cNvPr id="0" name=""/>
        <dsp:cNvSpPr/>
      </dsp:nvSpPr>
      <dsp:spPr>
        <a:xfrm>
          <a:off x="71008" y="2810610"/>
          <a:ext cx="656230" cy="65623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C0170-352F-4122-907D-EF5190A841A2}">
      <dsp:nvSpPr>
        <dsp:cNvPr id="0" name=""/>
        <dsp:cNvSpPr/>
      </dsp:nvSpPr>
      <dsp:spPr>
        <a:xfrm>
          <a:off x="208817" y="2948419"/>
          <a:ext cx="380613" cy="38061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AEC5D-0D9A-42BA-B99C-42E44ECEA424}">
      <dsp:nvSpPr>
        <dsp:cNvPr id="0" name=""/>
        <dsp:cNvSpPr/>
      </dsp:nvSpPr>
      <dsp:spPr>
        <a:xfrm>
          <a:off x="867860" y="2810610"/>
          <a:ext cx="1546829" cy="65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Strengthened financial security and brand trust for the bank.</a:t>
          </a:r>
        </a:p>
      </dsp:txBody>
      <dsp:txXfrm>
        <a:off x="867860" y="2810610"/>
        <a:ext cx="1546829" cy="6562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925" y="818984"/>
            <a:ext cx="5036024" cy="3178689"/>
          </a:xfrm>
        </p:spPr>
        <p:txBody>
          <a:bodyPr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Credit Card Fraud Detection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4047" y="4960961"/>
            <a:ext cx="5291920" cy="1078054"/>
          </a:xfrm>
        </p:spPr>
        <p:txBody>
          <a:bodyPr>
            <a:norm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Name: Sumit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C12CA-D1DC-A09E-E8C5-A1326B50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Agenda</a:t>
            </a:r>
            <a:endParaRPr lang="en-IN" sz="35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7961-EDDC-D49A-8175-3AE870E49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Objective &amp; Project Scope</a:t>
            </a:r>
          </a:p>
          <a:p>
            <a:r>
              <a:rPr lang="en-US" sz="1700"/>
              <a:t>Key Insights (Feature Importance)</a:t>
            </a:r>
          </a:p>
          <a:p>
            <a:r>
              <a:rPr lang="en-IN" sz="1700"/>
              <a:t>Background</a:t>
            </a:r>
            <a:endParaRPr lang="en-US" sz="1700"/>
          </a:p>
          <a:p>
            <a:r>
              <a:rPr lang="en-US" sz="1700"/>
              <a:t>Cost-Benefit Analysis (CBA) – The Financial Switch</a:t>
            </a:r>
          </a:p>
          <a:p>
            <a:r>
              <a:rPr lang="en-US" sz="1700"/>
              <a:t>Strategic Business Impact</a:t>
            </a:r>
          </a:p>
          <a:p>
            <a:r>
              <a:rPr lang="en-IN" sz="1700"/>
              <a:t>Appendix:  Data Attributes</a:t>
            </a:r>
          </a:p>
          <a:p>
            <a:pPr marL="0" indent="0">
              <a:buNone/>
            </a:pPr>
            <a:r>
              <a:rPr lang="en-IN" sz="1700"/>
              <a:t>                        Data Methodology </a:t>
            </a:r>
            <a:endParaRPr lang="en-US" sz="1700"/>
          </a:p>
          <a:p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1340785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700" b="1">
                <a:solidFill>
                  <a:srgbClr val="FFFFFF"/>
                </a:solidFill>
              </a:rPr>
              <a:t>Objective &amp; Project Scope</a:t>
            </a:r>
            <a:br>
              <a:rPr lang="en-IN" sz="2700">
                <a:solidFill>
                  <a:srgbClr val="FFFFFF"/>
                </a:solidFill>
              </a:rPr>
            </a:br>
            <a:endParaRPr lang="en-IN" sz="2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056421-126F-A0C2-2CB5-F03BAE561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70367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BCC6-0735-B95C-6402-4F96C250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Insights (Feature Importance)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B455B6-6AD5-1FEC-F93F-8D19B2169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82" y="923732"/>
            <a:ext cx="3926855" cy="58036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73A614-EDBF-2378-22C1-868787327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459983"/>
              </p:ext>
            </p:extLst>
          </p:nvPr>
        </p:nvGraphicFramePr>
        <p:xfrm>
          <a:off x="3629607" y="1026368"/>
          <a:ext cx="5337111" cy="5303520"/>
        </p:xfrm>
        <a:graphic>
          <a:graphicData uri="http://schemas.openxmlformats.org/drawingml/2006/table">
            <a:tbl>
              <a:tblPr/>
              <a:tblGrid>
                <a:gridCol w="1779037">
                  <a:extLst>
                    <a:ext uri="{9D8B030D-6E8A-4147-A177-3AD203B41FA5}">
                      <a16:colId xmlns:a16="http://schemas.microsoft.com/office/drawing/2014/main" val="102506521"/>
                    </a:ext>
                  </a:extLst>
                </a:gridCol>
                <a:gridCol w="1779037">
                  <a:extLst>
                    <a:ext uri="{9D8B030D-6E8A-4147-A177-3AD203B41FA5}">
                      <a16:colId xmlns:a16="http://schemas.microsoft.com/office/drawing/2014/main" val="3059374908"/>
                    </a:ext>
                  </a:extLst>
                </a:gridCol>
                <a:gridCol w="1779037">
                  <a:extLst>
                    <a:ext uri="{9D8B030D-6E8A-4147-A177-3AD203B41FA5}">
                      <a16:colId xmlns:a16="http://schemas.microsoft.com/office/drawing/2014/main" val="4288790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Importance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034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amt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7.14e-01 (≈71% influence)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</a:t>
                      </a:r>
                      <a:r>
                        <a:rPr lang="en-US" b="1" dirty="0"/>
                        <a:t>Transaction Amount</a:t>
                      </a:r>
                      <a:r>
                        <a:rPr lang="en-US" dirty="0"/>
                        <a:t> is the single most critical factor in fraud prediction.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59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category_gas_transport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1.29e-01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Gas and transportation</a:t>
                      </a:r>
                      <a:r>
                        <a:rPr lang="en-US" dirty="0"/>
                        <a:t> is the second most highly correlated category with fraudulent activity.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519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category_grocery_pos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4.60e-02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Fraud is strongly correlated with </a:t>
                      </a:r>
                      <a:r>
                        <a:rPr lang="en-US" b="1" dirty="0"/>
                        <a:t>Point-of-Sale (POS) grocery transactions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02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25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Background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A69A30-E5FE-B941-78D4-9BB0D41C3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35610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Benefit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379779"/>
              </p:ext>
            </p:extLst>
          </p:nvPr>
        </p:nvGraphicFramePr>
        <p:xfrm>
          <a:off x="324168" y="2180040"/>
          <a:ext cx="8495664" cy="402467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43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686">
                <a:tc>
                  <a:txBody>
                    <a:bodyPr/>
                    <a:lstStyle/>
                    <a:p>
                      <a:r>
                        <a:rPr lang="en-IN" sz="1900"/>
                        <a:t>S. No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Questions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Answer</a:t>
                      </a:r>
                    </a:p>
                  </a:txBody>
                  <a:tcPr marL="96747" marR="96747" marT="48373" marB="483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4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1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sz="1300"/>
                        <a:t>Cost incurred per month before the model was deployed (b*c)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$213,392</a:t>
                      </a:r>
                    </a:p>
                  </a:txBody>
                  <a:tcPr marL="96747" marR="96747" marT="48373" marB="483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433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2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sz="1300"/>
                        <a:t>Average number of transactions per month detected as fraudulent by the model (TF)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402.12</a:t>
                      </a:r>
                    </a:p>
                  </a:txBody>
                  <a:tcPr marL="96747" marR="96747" marT="48373" marB="4837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433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3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sz="1300"/>
                        <a:t>Cost of providing customer executive support per fraudulent transaction detected by the model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$1.5</a:t>
                      </a:r>
                    </a:p>
                  </a:txBody>
                  <a:tcPr marL="96747" marR="96747" marT="48373" marB="4837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433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4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sz="1300"/>
                        <a:t>Total cost of providing customer support per month for fraudulent transactions detected by the model (TF*$1.5)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$603.18</a:t>
                      </a:r>
                    </a:p>
                  </a:txBody>
                  <a:tcPr marL="96747" marR="96747" marT="48373" marB="4837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433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5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sz="1300"/>
                        <a:t>Average number of transactions per month that are fraudulent but not detected by the model (FN)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99.58</a:t>
                      </a:r>
                    </a:p>
                  </a:txBody>
                  <a:tcPr marL="96747" marR="96747" marT="48373" marB="4837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433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6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sz="1300"/>
                        <a:t>Cost incurred due to fraudulent transactions left undetected by the model (FN*c)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$52,843.12</a:t>
                      </a:r>
                    </a:p>
                  </a:txBody>
                  <a:tcPr marL="96747" marR="96747" marT="48373" marB="4837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94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7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sz="1300"/>
                        <a:t>Cost incurred per month after the model is built and deployed (4+6)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$53,446.30</a:t>
                      </a:r>
                    </a:p>
                  </a:txBody>
                  <a:tcPr marL="96747" marR="96747" marT="48373" marB="4837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94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8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sz="1300"/>
                        <a:t>Final savings = Cost incurred before - Cost incurred after (1-7)</a:t>
                      </a:r>
                    </a:p>
                  </a:txBody>
                  <a:tcPr marL="96747" marR="96747" marT="48373" marB="48373"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IN" sz="1300"/>
                        <a:t>$159,945.70</a:t>
                      </a:r>
                    </a:p>
                  </a:txBody>
                  <a:tcPr marL="96747" marR="96747" marT="48373" marB="4837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IN" sz="3500"/>
              <a:t>Business Impact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5D47E-B569-A20D-6A9F-10D0329ACE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39" r="36826" b="-1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3A86BC-FD18-2016-EFAC-7582E0566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177658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478F9-F4FE-1C42-7387-34250FA3D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Data Attributes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CBC692-AB89-27E9-B7B3-02733F81C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799371"/>
              </p:ext>
            </p:extLst>
          </p:nvPr>
        </p:nvGraphicFramePr>
        <p:xfrm>
          <a:off x="2093552" y="2615979"/>
          <a:ext cx="4974852" cy="3689407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423109">
                  <a:extLst>
                    <a:ext uri="{9D8B030D-6E8A-4147-A177-3AD203B41FA5}">
                      <a16:colId xmlns:a16="http://schemas.microsoft.com/office/drawing/2014/main" val="1634681737"/>
                    </a:ext>
                  </a:extLst>
                </a:gridCol>
                <a:gridCol w="2551743">
                  <a:extLst>
                    <a:ext uri="{9D8B030D-6E8A-4147-A177-3AD203B41FA5}">
                      <a16:colId xmlns:a16="http://schemas.microsoft.com/office/drawing/2014/main" val="2852598396"/>
                    </a:ext>
                  </a:extLst>
                </a:gridCol>
              </a:tblGrid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Unique Identifier for each row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347803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trans_date_trans_time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Transaction DateTime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950620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cc_num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Credit Card Number of Customer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796729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merchant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Merchant Name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398889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Category of Merchant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636221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amt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Amount of Transaction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057672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first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First Name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953665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last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Last Name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795677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gender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Gender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702324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street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Street Address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771542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city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City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670355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State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095431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zip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Zip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20728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lat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Latitude Location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692637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Longitude Location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92438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city_pop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Credit Card Holder's City Population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596462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Job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717041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dob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Date of Birth of Credit Card Holder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715705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trans_num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Transaction Number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884922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unix_time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UNIX Time of transaction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468448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merch_lat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Latitude Location of Merchant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166552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merch_long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Longitude Location of Merchant</a:t>
                      </a: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175744"/>
                  </a:ext>
                </a:extLst>
              </a:tr>
              <a:tr h="160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is_fraud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Fraud Flag &lt;-- </a:t>
                      </a:r>
                      <a:r>
                        <a:rPr lang="en-IN" sz="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Target Class</a:t>
                      </a:r>
                      <a:endParaRPr lang="en-IN" sz="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24" marR="11780" marT="21172" marB="21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711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079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CFFDE-DF83-514F-481D-5A90DD512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Appendix: Data Methodology</a:t>
            </a:r>
            <a:endParaRPr lang="en-IN" sz="35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A16EB-9567-EDE4-AAA2-3BD79B693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The model was built using a </a:t>
            </a:r>
            <a:r>
              <a:rPr lang="en-US" sz="1700" b="1" dirty="0"/>
              <a:t>Random Forest Classifier</a:t>
            </a:r>
            <a:r>
              <a:rPr lang="en-US" sz="1700" dirty="0"/>
              <a:t> on a </a:t>
            </a:r>
            <a:r>
              <a:rPr lang="en-US" sz="1700" b="1" dirty="0"/>
              <a:t>Kaggle simulated dataset</a:t>
            </a:r>
            <a:r>
              <a:rPr lang="en-US" sz="1700" dirty="0"/>
              <a:t>.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br>
              <a:rPr lang="en-US" sz="1700" dirty="0"/>
            </a:br>
            <a:endParaRPr lang="en-US" sz="1700"/>
          </a:p>
          <a:p>
            <a:pPr>
              <a:lnSpc>
                <a:spcPct val="90000"/>
              </a:lnSpc>
            </a:pPr>
            <a:r>
              <a:rPr lang="en-US" sz="1700" b="1" dirty="0"/>
              <a:t>Key Techniques Used</a:t>
            </a:r>
            <a:endParaRPr lang="en-US" sz="1700" b="1"/>
          </a:p>
          <a:p>
            <a:pPr>
              <a:lnSpc>
                <a:spcPct val="90000"/>
              </a:lnSpc>
            </a:pPr>
            <a:r>
              <a:rPr lang="en-US" sz="1700" b="1" dirty="0"/>
              <a:t>Class Imbalance Adjustment:</a:t>
            </a:r>
            <a:r>
              <a:rPr lang="en-US" sz="1700" dirty="0"/>
              <a:t> The significant class imbalance (many non-fraudulent vs. few fraudulent cases) was corrected using the </a:t>
            </a:r>
            <a:r>
              <a:rPr lang="en-US" sz="1700" b="1" dirty="0"/>
              <a:t>Adaptive Synthetic (ADASYN)</a:t>
            </a:r>
            <a:r>
              <a:rPr lang="en-US" sz="1700" dirty="0"/>
              <a:t> sampling method. ADASYN is effective because it creates synthetic minority samples near the decision boundary, focusing the model on the "harder-to-learn" examples.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 b="1" dirty="0"/>
              <a:t>Hyperparameter Tuning:</a:t>
            </a:r>
            <a:r>
              <a:rPr lang="en-US" sz="1700" dirty="0"/>
              <a:t> Due to </a:t>
            </a:r>
            <a:r>
              <a:rPr lang="en-US" sz="1700" b="1" dirty="0"/>
              <a:t>extensive computational times</a:t>
            </a:r>
            <a:r>
              <a:rPr lang="en-US" sz="1700" dirty="0"/>
              <a:t> (which ruled out the use of Grid Search Cross-Validation), </a:t>
            </a:r>
            <a:r>
              <a:rPr lang="en-US" sz="1700" b="1" dirty="0"/>
              <a:t>manual hyperparameter tuning</a:t>
            </a:r>
            <a:r>
              <a:rPr lang="en-US" sz="1700" dirty="0"/>
              <a:t> was performed to optimize the model's performance in a time-efficient manner.</a:t>
            </a:r>
            <a:endParaRPr lang="en-US" sz="1700"/>
          </a:p>
          <a:p>
            <a:pPr>
              <a:lnSpc>
                <a:spcPct val="90000"/>
              </a:lnSpc>
            </a:pPr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113009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D63B2-56F4-AB52-DE6B-E88A0AF7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Presented By:</a:t>
            </a:r>
            <a:endParaRPr lang="en-IN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9BA5-16EB-5596-DF0F-9ADA79475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Sumit 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00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662</Words>
  <Application>Microsoft Office PowerPoint</Application>
  <PresentationFormat>On-screen Show (4:3)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Credit Card Fraud Detection System</vt:lpstr>
      <vt:lpstr>Agenda</vt:lpstr>
      <vt:lpstr>Objective &amp; Project Scope </vt:lpstr>
      <vt:lpstr>Key Insights (Feature Importance) </vt:lpstr>
      <vt:lpstr>Background</vt:lpstr>
      <vt:lpstr>Cost Benefit Analysis</vt:lpstr>
      <vt:lpstr>Business Impact</vt:lpstr>
      <vt:lpstr>Data Attributes</vt:lpstr>
      <vt:lpstr>Appendix: Data Methodology</vt:lpstr>
      <vt:lpstr>Presented By: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Sumit Kumar</dc:creator>
  <cp:keywords/>
  <dc:description>generated using python-pptx</dc:description>
  <cp:lastModifiedBy>Sumit Kumar</cp:lastModifiedBy>
  <cp:revision>2</cp:revision>
  <dcterms:created xsi:type="dcterms:W3CDTF">2013-01-27T09:14:16Z</dcterms:created>
  <dcterms:modified xsi:type="dcterms:W3CDTF">2025-10-13T07:50:11Z</dcterms:modified>
  <cp:category/>
</cp:coreProperties>
</file>